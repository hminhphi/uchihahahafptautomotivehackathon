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2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594360"/>
            <a:ext cx="214884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67512"/>
            <a:ext cx="1965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CHUNG KẾT | CHALLENGE #3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11887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FLEETIQ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GUARDIAN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40080" y="261518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E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Nền tảng giám sát rủi ro tài xế và va chạm từ xa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328416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FC6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Hợp nhất camera đường, camera tài xế, độ sâu và telemetry thành bằng chứng có thể kiểm tra.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315968"/>
            <a:ext cx="4663440" cy="822960"/>
          </a:xfrm>
          <a:prstGeom prst="rect">
            <a:avLst/>
          </a:prstGeom>
          <a:solidFill>
            <a:srgbClr val="21367E"/>
          </a:solidFill>
          <a:ln w="7620">
            <a:solidFill>
              <a:srgbClr val="4762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5537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#3 là sản phẩm chính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80060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FC6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#1 và #2 là hai động cơ bên dưới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181344" y="1051560"/>
            <a:ext cx="5349240" cy="4251960"/>
          </a:xfrm>
          <a:prstGeom prst="rect">
            <a:avLst/>
          </a:prstGeom>
          <a:solidFill>
            <a:srgbClr val="21367E"/>
          </a:solidFill>
          <a:ln w="7620">
            <a:solidFill>
              <a:srgbClr val="4762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49961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TỪ TÍN HIỆU ĐẾN HÀNH ĐỘNG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2084832"/>
            <a:ext cx="365760" cy="36576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219456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269480" y="21488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Phát hiện rủi ro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2724912"/>
            <a:ext cx="365760" cy="36576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283464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269480" y="27889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Đồng bộ theo khung hình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3364992"/>
            <a:ext cx="365760" cy="36576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347472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269480" y="34290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Mở bằng chứng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4005072"/>
            <a:ext cx="365760" cy="365760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411480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269480" y="40690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Đề xuất coaching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650992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Nhóm UchiHahaha | Phi, Trung, Dũng, Kha, Tú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EAF2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Điểm theo rule luôn đi cùng event và bằng chứng; không được diễn giải là độ chính xác test ẩn.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47628E"/>
            </a:solidFill>
            <a:prstDash val="solid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FC6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BÀI TOÁN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THÔ KHÔNG TẠO RA QUYẾT ĐỊNH AN TOÀN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Quản lý đội xe cần biết chuyến nào cần xem, vì sao và bằng chứng nằm ở đâu.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865376"/>
            <a:ext cx="3319272" cy="1609344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65376"/>
            <a:ext cx="73152" cy="160934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8483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14400" y="257860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DỮ LIỆU PHÂN MẢNH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889504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 camera, DMS, độ sâu và telemetry đang ở các luồng độc lập.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425696" y="1865376"/>
            <a:ext cx="3319272" cy="1609344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1865376"/>
            <a:ext cx="73152" cy="1609344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08483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681728" y="257860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CẢNH BÁO THIẾU NGỮ CẢNH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81728" y="2889504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Một giá trị TTC hay một ảnh đơn lẻ không nói lên toàn bộ sự kiện.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193024" y="1865376"/>
            <a:ext cx="3319272" cy="1609344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1865376"/>
            <a:ext cx="73152" cy="1609344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208483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B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449056" y="2578608"/>
            <a:ext cx="2816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COACHING KHÓ KIỂM TRA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49056" y="2889504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có khung hình, thời điểm và lý do thì không thể coaching chính xác.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58368" y="4069080"/>
            <a:ext cx="10853928" cy="1051560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98264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MỤC TIÊU: BIẾN NHIỀU DÒNG DỮ LIỆU THÀNH MỘT HỒ SƠ RỦI RO CÓ THỂ KIỂM TRA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Nhu cầu vận hành: xếp hàng ưu tiên, xem lại sự kiện và gán coaching có bằng chứng.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GIẢI PHÁP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MỘT LỚP HỢP NHẤT CHO ĐỘI XE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FleetIQ Guardian dùng chấm điểm và TTC như động cơ để tạo quy trình cho Challenge #3.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1847088"/>
            <a:ext cx="3246120" cy="1609344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47088"/>
            <a:ext cx="73152" cy="160934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066544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23544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ĐỘNG CƠ HÀNH VI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544" y="2871216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Tín hiệu attention, handling và làn đường được chuẩn hóa thành sự kiện.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398264" y="1847088"/>
            <a:ext cx="3246120" cy="1609344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8264" y="1847088"/>
            <a:ext cx="73152" cy="1609344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2066544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654296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ĐỘNG CƠ RỦI RO VA CHẠM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54296" y="2871216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Độ sâu, đối tượng dẫn đầu và telemetry tạo ngữ cảnh TTC/near-miss.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129016" y="1847088"/>
            <a:ext cx="3246120" cy="1609344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1847088"/>
            <a:ext cx="73152" cy="1609344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5048" y="2066544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B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385048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ĐỘNG CƠ HỢP NHẤT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85048" y="2871216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Liên kết sự kiện, độ tin cậy, giải thích và bằng chứng theo khung hình.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304288" y="3794760"/>
            <a:ext cx="0" cy="502920"/>
          </a:xfrm>
          <a:prstGeom prst="line">
            <a:avLst/>
          </a:prstGeom>
          <a:noFill/>
          <a:ln w="16510">
            <a:solidFill>
              <a:srgbClr val="034EA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35040" y="3794760"/>
            <a:ext cx="0" cy="502920"/>
          </a:xfrm>
          <a:prstGeom prst="line">
            <a:avLst/>
          </a:prstGeom>
          <a:noFill/>
          <a:ln w="16510">
            <a:solidFill>
              <a:srgbClr val="F3702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65792" y="3794760"/>
            <a:ext cx="0" cy="502920"/>
          </a:xfrm>
          <a:prstGeom prst="line">
            <a:avLst/>
          </a:prstGeom>
          <a:noFill/>
          <a:ln w="16510">
            <a:solidFill>
              <a:srgbClr val="22B57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" y="4498848"/>
            <a:ext cx="10853928" cy="713232"/>
          </a:xfrm>
          <a:prstGeom prst="rect">
            <a:avLst/>
          </a:prstGeom>
          <a:solidFill>
            <a:srgbClr val="DCE9FA"/>
          </a:solidFill>
          <a:ln w="7620">
            <a:solidFill>
              <a:srgbClr val="034E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754880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ĐẦU RA: dashboard đội xe · chuyến đi chi tiết · timeline · evidence · báo cáo coaching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DỮ LIỆU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NĂM NHÓM TÍN HIỆU, MỘT DÒNG THỜI GIAN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Chúng tôi khai thác toàn bộ dữ liệu starter kit thay vì chỉ trình diễn một mô hình đơn lẻ.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" y="1901952"/>
            <a:ext cx="1965960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1901952"/>
            <a:ext cx="73152" cy="144475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1671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54203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ĐƯỜNG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Đối tượng và ngữ cảnh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889504" y="1901952"/>
            <a:ext cx="1965960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9504" y="1901952"/>
            <a:ext cx="73152" cy="144475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1671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99816" y="254203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TÀI XẾ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081528" y="288036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Trạng thái attention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148072" y="1901952"/>
            <a:ext cx="1965960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8072" y="1901952"/>
            <a:ext cx="73152" cy="144475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67528" y="21671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58384" y="254203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ĐỘ SÂU + CALIB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340096" y="288036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Khoảng cách và TTC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406640" y="1901952"/>
            <a:ext cx="1965960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1901952"/>
            <a:ext cx="73152" cy="144475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6096" y="21671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16952" y="254203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TELEMETRY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598664" y="288036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Tốc độ và handling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9665208" y="1901952"/>
            <a:ext cx="1965960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65208" y="1901952"/>
            <a:ext cx="73152" cy="144475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84664" y="21671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0" y="2542032"/>
            <a:ext cx="1572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NHÃN + FUSION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9857232" y="288036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Đồng bộ và kiểm tra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40080" y="3977640"/>
            <a:ext cx="10844784" cy="1170432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" y="4315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17.999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59536" y="4736592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KHUNG HÌNH ĐƯỢC GẮN NHÃN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127248" y="440740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Dữ liệu đa nguồn cho phép chứng minh một sự kiện bằng nhiều góc nhìn, thay vì suy luận từ một tín hiệu duy nhất.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Starter kit: road stereo, driver camera, depth, calibration, telemetry, labels và fusion metadata.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TRẢI NGHIỆM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MỞ TỪ HÀNG ĐỢI, KẾT THÚC Ở BẰNG CHỨNG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Giao diện bắt đầu bằng công việc vận hành, không phải landing page.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847088"/>
            <a:ext cx="23774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47088"/>
            <a:ext cx="73152" cy="251460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57984"/>
            <a:ext cx="475488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23113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14400" y="270662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Chọn chuyến cần xem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4564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Mở điểm theo rule và bằng chứng liên kết.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072384" y="3044952"/>
            <a:ext cx="274320" cy="0"/>
          </a:xfrm>
          <a:prstGeom prst="line">
            <a:avLst/>
          </a:prstGeom>
          <a:noFill/>
          <a:ln w="16510">
            <a:solidFill>
              <a:srgbClr val="F3702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19856" y="1847088"/>
            <a:ext cx="23774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9856" y="1847088"/>
            <a:ext cx="73152" cy="251460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5888" y="2157984"/>
            <a:ext cx="475488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67328" y="223113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75888" y="270662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Mở timeline đồng bộ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75888" y="34564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Road, driver, depth và telemetry cùng frame.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833872" y="3044952"/>
            <a:ext cx="274320" cy="0"/>
          </a:xfrm>
          <a:prstGeom prst="line">
            <a:avLst/>
          </a:prstGeom>
          <a:noFill/>
          <a:ln w="16510">
            <a:solidFill>
              <a:srgbClr val="F3702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81344" y="1847088"/>
            <a:ext cx="23774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1847088"/>
            <a:ext cx="73152" cy="251460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7376" y="2157984"/>
            <a:ext cx="475488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223113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37376" y="270662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evidence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37376" y="34564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Đối tượng, TTC, trạng thái tài xế và event.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595360" y="3044952"/>
            <a:ext cx="274320" cy="0"/>
          </a:xfrm>
          <a:prstGeom prst="line">
            <a:avLst/>
          </a:prstGeom>
          <a:noFill/>
          <a:ln w="16510">
            <a:solidFill>
              <a:srgbClr val="F3702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42832" y="1847088"/>
            <a:ext cx="2377440" cy="251460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42832" y="1847088"/>
            <a:ext cx="73152" cy="2514600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98864" y="2157984"/>
            <a:ext cx="475488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90304" y="223113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198864" y="270662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Gán coaching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98864" y="34564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Hành động cụ thể, có liên kết đến bằng chứng.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58368" y="4754880"/>
            <a:ext cx="10844784" cy="457200"/>
          </a:xfrm>
          <a:prstGeom prst="rect">
            <a:avLst/>
          </a:prstGeom>
          <a:solidFill>
            <a:srgbClr val="FFF0E5"/>
          </a:solidFill>
          <a:ln w="7620">
            <a:solidFill>
              <a:srgbClr val="F370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901184"/>
            <a:ext cx="10332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Điểm theo rule được tạo từ artifact chuyến; không dùng để tuyên bố độ chính xác hay xếp hạng fleet.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BẰNG CHỨNG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MỘT ĐỐI TƯỢNG CÓ THỂ KIỂM TRA, KHÔNG PHẢI CẢNH BÁO HỘP ĐEN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551 minh họa cách reviewer truy ngược output perception về cảnh gốc.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724144" cy="3337560"/>
          </a:xfrm>
          <a:prstGeom prst="rect">
            <a:avLst/>
          </a:prstGeom>
          <a:solidFill>
            <a:srgbClr val="0B1020"/>
          </a:solidFill>
          <a:ln w="7620">
            <a:solidFill>
              <a:srgbClr val="0B1020">
                <a:alpha val="0"/>
              </a:srgbClr>
            </a:solidFill>
            <a:prstDash val="solid"/>
          </a:ln>
        </p:spPr>
      </p:sp>
      <p:pic>
        <p:nvPicPr>
          <p:cNvPr id="10" name="Image 0" descr="C:\Users\admin\Documents\Projects\AutomotiveHacathon\docs\proposal\assets\t01d-motorcycle-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29968"/>
            <a:ext cx="5321808" cy="29900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103120" y="4572000"/>
            <a:ext cx="1828800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94560" y="464515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CẢNH GỐC CÓ ANNOTATION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748272" y="1828800"/>
            <a:ext cx="2615184" cy="3337560"/>
          </a:xfrm>
          <a:prstGeom prst="rect">
            <a:avLst/>
          </a:prstGeom>
          <a:solidFill>
            <a:srgbClr val="0B1020"/>
          </a:solidFill>
          <a:ln w="7620">
            <a:solidFill>
              <a:srgbClr val="0B1020">
                <a:alpha val="0"/>
              </a:srgbClr>
            </a:solidFill>
            <a:prstDash val="solid"/>
          </a:ln>
        </p:spPr>
      </p:sp>
      <p:pic>
        <p:nvPicPr>
          <p:cNvPr id="14" name="Image 1" descr="C:\Users\admin\Documents\Projects\AutomotiveHacathon\docs\proposal\assets\t01d-motorcycle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2011680"/>
            <a:ext cx="2286000" cy="2286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150608" y="4498848"/>
            <a:ext cx="178308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242048" y="4572000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PHÓNG TO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9646920" y="1828800"/>
            <a:ext cx="1856232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646920" y="1828800"/>
            <a:ext cx="73152" cy="1417320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857232" y="2221992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ĐỐI TƯỢNG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XE MÁY</a:t>
            </a:r>
            <a:endParaRPr lang="en-US" sz="1240" dirty="0"/>
          </a:p>
        </p:txBody>
      </p:sp>
      <p:sp>
        <p:nvSpPr>
          <p:cNvPr id="20" name="Text 16"/>
          <p:cNvSpPr/>
          <p:nvPr/>
        </p:nvSpPr>
        <p:spPr>
          <a:xfrm>
            <a:off x="9838944" y="279806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Reviewer kiểm tra trực tiếp bbox và cảnh gốc.</a:t>
            </a:r>
            <a:endParaRPr lang="en-US" sz="740" dirty="0"/>
          </a:p>
        </p:txBody>
      </p:sp>
      <p:sp>
        <p:nvSpPr>
          <p:cNvPr id="21" name="Shape 17"/>
          <p:cNvSpPr/>
          <p:nvPr/>
        </p:nvSpPr>
        <p:spPr>
          <a:xfrm>
            <a:off x="9646920" y="3547872"/>
            <a:ext cx="1856232" cy="161848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646920" y="3547872"/>
            <a:ext cx="73152" cy="1618488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838944" y="391363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VÙNG DEPTH ROI</a:t>
            </a:r>
            <a:endParaRPr lang="en-US" sz="1030" dirty="0"/>
          </a:p>
        </p:txBody>
      </p:sp>
      <p:sp>
        <p:nvSpPr>
          <p:cNvPr id="24" name="Text 20"/>
          <p:cNvSpPr/>
          <p:nvPr/>
        </p:nvSpPr>
        <p:spPr>
          <a:xfrm>
            <a:off x="9838944" y="437083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Khoảng cách được gắn cùng artifact của khung hình.</a:t>
            </a:r>
            <a:endParaRPr lang="en-US" sz="780" dirty="0"/>
          </a:p>
        </p:txBody>
      </p:sp>
      <p:sp>
        <p:nvSpPr>
          <p:cNvPr id="25" name="Text 21"/>
          <p:cNvSpPr/>
          <p:nvPr/>
        </p:nvSpPr>
        <p:spPr>
          <a:xfrm>
            <a:off x="9838944" y="4773168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Giữ false positive chồng lấp để thấy giới hạn model.</a:t>
            </a:r>
            <a:endParaRPr lang="en-US" sz="690" dirty="0"/>
          </a:p>
        </p:txBody>
      </p:sp>
      <p:sp>
        <p:nvSpPr>
          <p:cNvPr id="26" name="Text 22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artifacts/trips/T01d/analysis/road/000551.json | rendered evidence frame | label comparison.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ĐỒNG BỘ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CÙNG MỘT KHUNG HÌNH, NHIỀU LỚP BẰNG CHỨNG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Tính đồng bộ biến dòng thời gian thành công cụ kiểm tra thay vì tập ảnh rời rạc.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029968"/>
            <a:ext cx="1371600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 ĐƯỜNG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59152" y="2258568"/>
            <a:ext cx="7059168" cy="0"/>
          </a:xfrm>
          <a:prstGeom prst="line">
            <a:avLst/>
          </a:prstGeom>
          <a:noFill/>
          <a:ln w="16510">
            <a:solidFill>
              <a:srgbClr val="B9C9DD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236208" y="2130552"/>
            <a:ext cx="237744" cy="23774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6920" y="216712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Đối tượng trong làn · khoảng cách · TTC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2807208"/>
            <a:ext cx="137160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8036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359152" y="3035808"/>
            <a:ext cx="7059168" cy="0"/>
          </a:xfrm>
          <a:prstGeom prst="line">
            <a:avLst/>
          </a:prstGeom>
          <a:noFill/>
          <a:ln w="16510">
            <a:solidFill>
              <a:srgbClr val="B9C9DD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236208" y="2907792"/>
            <a:ext cx="237744" cy="237744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94436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Trạng thái tài xế · độ tin cậy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3584448"/>
            <a:ext cx="1371600" cy="256032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65760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TELEMETRY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59152" y="3813048"/>
            <a:ext cx="7059168" cy="0"/>
          </a:xfrm>
          <a:prstGeom prst="line">
            <a:avLst/>
          </a:prstGeom>
          <a:noFill/>
          <a:ln w="16510">
            <a:solidFill>
              <a:srgbClr val="B9C9DD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236208" y="3685032"/>
            <a:ext cx="237744" cy="237744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372160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Tốc độ · phanh · góc lái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" y="4361688"/>
            <a:ext cx="1371600" cy="256032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43484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HỢP NHẤT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359152" y="4590288"/>
            <a:ext cx="7059168" cy="0"/>
          </a:xfrm>
          <a:prstGeom prst="line">
            <a:avLst/>
          </a:prstGeom>
          <a:noFill/>
          <a:ln w="16510">
            <a:solidFill>
              <a:srgbClr val="B9C9DD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6236208" y="4462272"/>
            <a:ext cx="237744" cy="237744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449884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Sự kiện hợp nhất · giải thích · bằng chứng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55080" y="1764792"/>
            <a:ext cx="0" cy="3154680"/>
          </a:xfrm>
          <a:prstGeom prst="line">
            <a:avLst/>
          </a:prstGeom>
          <a:noFill/>
          <a:ln w="16510">
            <a:solidFill>
              <a:srgbClr val="F37021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769864" y="1609344"/>
            <a:ext cx="1170432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61304" y="1682496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KHUNG 800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359152" y="5212080"/>
            <a:ext cx="8686800" cy="438912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24328" y="5358384"/>
            <a:ext cx="8138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THEO KHUNG HÌNH: chọn một sự kiện là mở đúng bối cảnh, không suy diễn từ thời điểm khác.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T01d–T10d có 1.800 khung logic (0–1799); T08d/1615 là source road-left không khả dụng và được đánh dấu rõ.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KIẾN TRÚC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TỪ NHIỀU TÍN HIỆU ĐẾN MỘT QUYẾT ĐỊNH CÓ BẰNG CHỨNG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tập trung vào điều quản lý đội xe có thể mở, kiểm tra và hành động.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1883664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73152" cy="658368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84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ĐƯỜNG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1600200" y="2487168"/>
            <a:ext cx="0" cy="338328"/>
          </a:xfrm>
          <a:prstGeom prst="line">
            <a:avLst/>
          </a:prstGeom>
          <a:noFill/>
          <a:ln w="16510">
            <a:solidFill>
              <a:srgbClr val="034EA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71216" y="1783080"/>
            <a:ext cx="1883664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1216" y="1783080"/>
            <a:ext cx="73152" cy="658368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1984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CAMERA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TÀI XẾ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813048" y="2487168"/>
            <a:ext cx="0" cy="338328"/>
          </a:xfrm>
          <a:prstGeom prst="line">
            <a:avLst/>
          </a:prstGeom>
          <a:noFill/>
          <a:ln w="16510">
            <a:solidFill>
              <a:srgbClr val="F3702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84064" y="1783080"/>
            <a:ext cx="1883664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4064" y="1783080"/>
            <a:ext cx="73152" cy="658368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8656" y="1984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ĐỘ SÂU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025896" y="2487168"/>
            <a:ext cx="0" cy="338328"/>
          </a:xfrm>
          <a:prstGeom prst="line">
            <a:avLst/>
          </a:prstGeom>
          <a:noFill/>
          <a:ln w="16510">
            <a:solidFill>
              <a:srgbClr val="034EA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96912" y="1783080"/>
            <a:ext cx="1883664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783080"/>
            <a:ext cx="73152" cy="658368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1984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TELEMETRY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238744" y="2487168"/>
            <a:ext cx="0" cy="338328"/>
          </a:xfrm>
          <a:prstGeom prst="line">
            <a:avLst/>
          </a:prstGeom>
          <a:noFill/>
          <a:ln w="16510">
            <a:solidFill>
              <a:srgbClr val="22B57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09760" y="1783080"/>
            <a:ext cx="1883664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1783080"/>
            <a:ext cx="73152" cy="658368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74352" y="19842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NHÃN +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FUSION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10451592" y="2487168"/>
            <a:ext cx="0" cy="338328"/>
          </a:xfrm>
          <a:prstGeom prst="line">
            <a:avLst/>
          </a:prstGeom>
          <a:noFill/>
          <a:ln w="16510">
            <a:solidFill>
              <a:srgbClr val="19226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9808" y="2907792"/>
            <a:ext cx="3127248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2907792"/>
            <a:ext cx="73152" cy="1024128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" y="320040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TTC + NEAR-MISS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5840" y="3547872"/>
            <a:ext cx="2596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Khoảng cách và object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313432" y="3977640"/>
            <a:ext cx="0" cy="338328"/>
          </a:xfrm>
          <a:prstGeom prst="line">
            <a:avLst/>
          </a:prstGeom>
          <a:noFill/>
          <a:ln w="16510">
            <a:solidFill>
              <a:srgbClr val="F3702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17136" y="2907792"/>
            <a:ext cx="3127248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17136" y="2907792"/>
            <a:ext cx="73152" cy="1024128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320040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 STATE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73168" y="3547872"/>
            <a:ext cx="2596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 và DMS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080760" y="3977640"/>
            <a:ext cx="0" cy="338328"/>
          </a:xfrm>
          <a:prstGeom prst="line">
            <a:avLst/>
          </a:prstGeom>
          <a:noFill/>
          <a:ln w="16510">
            <a:solidFill>
              <a:srgbClr val="034EA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284464" y="2907792"/>
            <a:ext cx="3127248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84464" y="2907792"/>
            <a:ext cx="73152" cy="1024128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31352" y="320040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SCORER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540496" y="3547872"/>
            <a:ext cx="2596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minh bạch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9848088" y="3977640"/>
            <a:ext cx="0" cy="338328"/>
          </a:xfrm>
          <a:prstGeom prst="line">
            <a:avLst/>
          </a:prstGeom>
          <a:noFill/>
          <a:ln w="16510">
            <a:solidFill>
              <a:srgbClr val="22B57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49808" y="4407408"/>
            <a:ext cx="31272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" y="4407408"/>
            <a:ext cx="73152" cy="914400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8408" y="466344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WINDOW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5840" y="4983480"/>
            <a:ext cx="2596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Thời điểm + mức độ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4517136" y="4407408"/>
            <a:ext cx="31272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17136" y="4407408"/>
            <a:ext cx="73152" cy="914400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45736" y="466344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B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SCORE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73168" y="4983480"/>
            <a:ext cx="2596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Điểm theo rule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8284464" y="4407408"/>
            <a:ext cx="3127248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84464" y="4407408"/>
            <a:ext cx="73152" cy="91440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13064" y="466344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COACHING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40496" y="4983480"/>
            <a:ext cx="2596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Hành động có evidence</a:t>
            </a:r>
            <a:endParaRPr lang="en-US" sz="830" dirty="0"/>
          </a:p>
        </p:txBody>
      </p:sp>
      <p:sp>
        <p:nvSpPr>
          <p:cNvPr id="56" name="Text 54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Đầu ra luôn liên kết event với điểm theo rule và khung hình nguồn; không diễn giải score là độ chính xác test ẩn.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LUẬT EVENT VÀ COACHING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MỘT EVENT CÓ ĐIỀU KIỆN, PENALTY VÀ KHUNG BẰNG CHỨNG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DMS dùng cửa sổ 15 frame; cùng một trạng thái được gộp trong 5 giây để timeline không nhiễu.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792224"/>
            <a:ext cx="3246120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92224"/>
            <a:ext cx="73152" cy="144475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066544"/>
            <a:ext cx="493776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1396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00200" y="207568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LỌC OBJECT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9264" y="25877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bbox &gt;30 px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&gt;=50% overlap fixed ego-corridor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3959352" y="2514600"/>
            <a:ext cx="320040" cy="0"/>
          </a:xfrm>
          <a:prstGeom prst="line">
            <a:avLst/>
          </a:prstGeom>
          <a:noFill/>
          <a:ln w="16510">
            <a:solidFill>
              <a:srgbClr val="F3702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1792224"/>
            <a:ext cx="3246120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792224"/>
            <a:ext cx="73152" cy="144475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066544"/>
            <a:ext cx="493776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1396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30952" y="207568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TTC TỪ DEPTH ROI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0016" y="25877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&lt;1,5 s: 35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&lt;2,5 s: 26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&lt;4 s: 15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7690104" y="2514600"/>
            <a:ext cx="320040" cy="0"/>
          </a:xfrm>
          <a:prstGeom prst="line">
            <a:avLst/>
          </a:prstGeom>
          <a:noFill/>
          <a:ln w="16510">
            <a:solidFill>
              <a:srgbClr val="F3702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19872" y="1792224"/>
            <a:ext cx="3246120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19872" y="1792224"/>
            <a:ext cx="73152" cy="1444752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94192" y="2066544"/>
            <a:ext cx="493776" cy="256032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21396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061704" y="207568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DMS + TELEMETRY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30768" y="25877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15 frame · drowsy 25 · distracted/phone 15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speeding 5–15 · harsh accel 10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58368" y="3730752"/>
            <a:ext cx="6473952" cy="1481328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4023360"/>
            <a:ext cx="5897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ĐIỂM THEO RULE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9264" y="43891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Bắt đầu từ 100 điểm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Trừ theo khoảng cách, attention, handling và làn đường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Rủi ro kết hợp chỉ tăng mức độ, không trừ hai lần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79792" y="3730752"/>
            <a:ext cx="4005072" cy="1481328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79792" y="3730752"/>
            <a:ext cx="73152" cy="1481328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27264" y="4023360"/>
            <a:ext cx="3310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WINDOW → COACHING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7845552" y="438912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DMS cùng trạng thái: 1 event / 5 giây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Trạng thái khác mới tạo transition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Severity 4–5: visual 10–15s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8368" y="5440680"/>
            <a:ext cx="10826496" cy="384048"/>
          </a:xfrm>
          <a:prstGeom prst="rect">
            <a:avLst/>
          </a:prstGeom>
          <a:solidFill>
            <a:srgbClr val="FFF0E5"/>
          </a:solidFill>
          <a:ln w="7620">
            <a:solidFill>
              <a:srgbClr val="F3702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577840"/>
            <a:ext cx="10332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ĐIỂM THEO RULE KHÔNG ĐƯỢC DÙNG ĐỂ XẾP HẠNG HAY TÍNH TRUNG BÌNH FLEET.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Nguồn: RiskScorer v1 · event window · policy coaching.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NGUỒN MODEL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MỖI TẦNG DÙNG GÌ, KHÔNG DÙNG GÌ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Tách rõ precomputed label, GT depth, geometry rule và model training artifact để tránh overclaim.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047488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73152" cy="149047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029968"/>
            <a:ext cx="1417320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03120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 OBJECT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50976" y="24963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label2_yolo_v3</a:t>
            </a:r>
            <a:endParaRPr lang="en-US" sz="1120" dirty="0"/>
          </a:p>
          <a:p>
            <a:pPr indent="0" marL="0">
              <a:buNone/>
            </a:pPr>
            <a:r>
              <a:rPr lang="en-US" sz="11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YOLO v3 precomputed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419856" y="2487168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record: mAP50 0,40952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re-infer live trong artifact pass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5047488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83080"/>
            <a:ext cx="73152" cy="149047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2029968"/>
            <a:ext cx="141732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103120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KHOẢNG CÁCH / TTC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64808" y="24963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GT depth ROI + calibration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8933688" y="2487168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dùng learned depth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Chỉ TTC object giữ lại trong corridor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58368" y="3657600"/>
            <a:ext cx="5047488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657600"/>
            <a:ext cx="73152" cy="1490472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904488"/>
            <a:ext cx="1417320" cy="256032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977640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DMS RUNTIME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50976" y="4370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MediaPipe Face Landmarker</a:t>
            </a:r>
            <a:endParaRPr lang="en-US" sz="1120" dirty="0"/>
          </a:p>
          <a:p>
            <a:pPr indent="0" marL="0">
              <a:buNone/>
            </a:pPr>
            <a:r>
              <a:rPr lang="en-US" sz="11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/ pose / PERCLOS geometry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3419856" y="4361688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Pseudo-label rule runtime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Checkpoint 95,17% là artifact riêng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172200" y="3657600"/>
            <a:ext cx="5047488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3657600"/>
            <a:ext cx="73152" cy="1490472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3904488"/>
            <a:ext cx="1417320" cy="256032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3977640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FUSION / COACHING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464808" y="43708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RiskScorer v1 + 12 mapping rules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933688" y="4361688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Deterministic, replayable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gọi đây là fusion model ML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58368" y="5532120"/>
            <a:ext cx="10835640" cy="475488"/>
          </a:xfrm>
          <a:prstGeom prst="rect">
            <a:avLst/>
          </a:prstGeom>
          <a:solidFill>
            <a:srgbClr val="FFF0E5"/>
          </a:solidFill>
          <a:ln w="7620">
            <a:solidFill>
              <a:srgbClr val="F3702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696712"/>
            <a:ext cx="10332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CÓ LANE MODEL: x=250..390 là fixed image corridor để lọc object; lane penalty hiện bằng 0 trong RiskScorer.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Nguồn runtime: label2_yolo_v3 · GT depth · MediaPipe Face Landmarker · RiskScorer v1.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CHỨNG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CÓ CHỈ SỐ CHO MÔ HÌNH, CÓ GIỚI HẠN CHO SẢN PHẨM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Đánh giá training artifact và rule output đội xe là hai phạm vi khác nhau.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3291840" cy="315468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73152" cy="315468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2677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95,17%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9264" y="28346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DMS SEQUENCE CHECKPOINT OFFLINE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960120" y="3236976"/>
            <a:ext cx="2505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epoch 7; không phải hiệu năng DMS geometry runtime của demo.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25696" y="1828800"/>
            <a:ext cx="3291840" cy="315468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1828800"/>
            <a:ext cx="73152" cy="3154680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2677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0,40952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36592" y="28346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 v3 · mAP50 tốt nhất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736592" y="32735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quả v3 được ghi nhận tại epoch 43.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93024" y="1828800"/>
            <a:ext cx="3291840" cy="3154680"/>
          </a:xfrm>
          <a:prstGeom prst="rect">
            <a:avLst/>
          </a:prstGeom>
          <a:solidFill>
            <a:srgbClr val="0B1020"/>
          </a:solidFill>
          <a:ln w="762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17.999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49056" y="281635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ĐƯỢC GẮN NHÃN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85632" y="3401568"/>
            <a:ext cx="1133856" cy="32918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3511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Xe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9838944" y="3401568"/>
            <a:ext cx="1133856" cy="32918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38944" y="3511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Người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8485632" y="3931920"/>
            <a:ext cx="1133856" cy="329184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4041648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Xe máy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9838944" y="3931920"/>
            <a:ext cx="1133856" cy="32918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38944" y="4041648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Bối cảnh làn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914400" y="533095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GIỚI HẠN: không diễn giải điểm theo rule là độ chính xác kiểm thử ẩn hoặc xếp hạng an toàn toàn đội.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Nguồn: DMS offline checkpoint · YOLO v3 epoch 43 · label2_custom export.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SOÁT RỦI RO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MINH BẠCH GIỚI HẠN ĐỂ DEMO ĐÁNG TIN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Sản phẩm hiển thị trạng thái thiếu dữ liệu, không tạo ra bằng chứng hoặc điểm số giả.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02920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73152" cy="132588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103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Đồng bộ media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41448" y="20848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T01d–T10d có 0–1799. T08d/1615 thiếu source road-left và replay chèn marker unavailable, không thay frame lân cận.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02920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828800"/>
            <a:ext cx="73152" cy="1325880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03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208483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DMS state đến từ geometry rule; deck và UI không gọi đó là checkpoint inference đã đánh giá trên test ẩn.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502920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520440"/>
            <a:ext cx="73152" cy="1325880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7947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2B5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Điểm theo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41448" y="37764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Chạy từ artifact chuyến và hiển thị kèm evidence; không xếp hạng hoặc tính trung bình fleet.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02920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520440"/>
            <a:ext cx="73152" cy="1325880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7947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thử ẩn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377647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 truth T01d–T10d bị che; không suy diễn độ chính xác từ tập thực hành.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UX theo bằng chứng: media thiếu được biểu diễn rõ; score luôn đi cùng rule, event và frame liên kết.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38912"/>
            <a:ext cx="548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30" kern="0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SẴN SÀNG TRÌNH DIỄN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548640" y="69494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MỘT LUỒNG QUYẾT ĐỊNH HOÀN CHỈNH CHO FLEET MANAGER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57784" y="12618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Từ chuyến cần xem đến coaching, mọi bước đều có ngữ cảnh để người vận hành hành động.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CDCCCC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6656" y="1874520"/>
            <a:ext cx="323697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874520"/>
            <a:ext cx="73152" cy="2194560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2157984"/>
            <a:ext cx="1005840" cy="256032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23113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MỞ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50976" y="26974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Chọn đúng chuyến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0976" y="322783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hiển thị điểm theo rule và những event cần ưu tiên xem lại.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407408" y="1874520"/>
            <a:ext cx="323697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874520"/>
            <a:ext cx="73152" cy="2194560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2157984"/>
            <a:ext cx="100584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23113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81728" y="26974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Xem đúng bối cảnh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81728" y="322783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 mở camera đường, DMS và telemetry tại cùng một khung hình.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138160" y="1874520"/>
            <a:ext cx="3236976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CD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874520"/>
            <a:ext cx="73152" cy="2194560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2157984"/>
            <a:ext cx="1005840" cy="256032"/>
          </a:xfrm>
          <a:prstGeom prst="rect">
            <a:avLst/>
          </a:prstGeom>
          <a:solidFill>
            <a:srgbClr val="22B573"/>
          </a:solidFill>
          <a:ln w="7620">
            <a:solidFill>
              <a:srgbClr val="22B57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23113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HÀNH ĐỘNG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12480" y="26974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9226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Gán coaching rõ ràng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12480" y="322783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B7A9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Kết thúc bằng hướng dẫn liên kết với bằng chứng, không phải cảnh báo chung chung.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76656" y="4535424"/>
            <a:ext cx="10789920" cy="850392"/>
          </a:xfrm>
          <a:prstGeom prst="rect">
            <a:avLst/>
          </a:prstGeom>
          <a:solidFill>
            <a:srgbClr val="19226D"/>
          </a:solidFill>
          <a:ln w="7620">
            <a:solidFill>
              <a:srgbClr val="19226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818888"/>
            <a:ext cx="10287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ĐÃ SẴN SÀNG: dashboard · trip replay · event evidence · điểm theo rule · coaching có ngữ cảnh.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3450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flow: dashboard → chuyến rủi ro → timeline → evidence → điểm theo rule → coaching.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22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1792"/>
            <a:ext cx="1874520" cy="256032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94944"/>
            <a:ext cx="1691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TRÌNH DIỄN TRONG 3 PHÚT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440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TỪ HÀNG ĐỢI RỦI RO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ĐẾN HƯỚNG DẪN CÓ BẰNG CHỨNG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76656" y="2743200"/>
            <a:ext cx="393192" cy="28346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82549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298448" y="279806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Mở chuyến cần kiểm tra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6656" y="3246120"/>
            <a:ext cx="393192" cy="28346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32841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1298448" y="330098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Chọn sự kiện theo dòng thời gian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6656" y="3749040"/>
            <a:ext cx="393192" cy="28346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83133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298448" y="380390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Xem camera, DMS và telemetry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" y="4251960"/>
            <a:ext cx="393192" cy="28346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33425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1298448" y="430682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Kiểm tra bằng chứng liên kết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" y="4754880"/>
            <a:ext cx="393192" cy="283464"/>
          </a:xfrm>
          <a:prstGeom prst="rect">
            <a:avLst/>
          </a:prstGeom>
          <a:solidFill>
            <a:srgbClr val="F37021"/>
          </a:solidFill>
          <a:ln w="7620">
            <a:solidFill>
              <a:srgbClr val="F3702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837176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1298448" y="480974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Gán hướng dẫn phù hợp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7960" y="1060704"/>
            <a:ext cx="4544568" cy="4297680"/>
          </a:xfrm>
          <a:prstGeom prst="rect">
            <a:avLst/>
          </a:prstGeom>
          <a:solidFill>
            <a:srgbClr val="21367E"/>
          </a:solidFill>
          <a:ln w="7620">
            <a:solidFill>
              <a:srgbClr val="4762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15087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FLEETIQ GUARDIAN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21945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Giúp quản lý đội xe hiểu rủi ro trước khi họ phải xem hàng giờ video.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32320" y="3246120"/>
            <a:ext cx="3364992" cy="694944"/>
          </a:xfrm>
          <a:prstGeom prst="rect">
            <a:avLst/>
          </a:prstGeom>
          <a:solidFill>
            <a:srgbClr val="034EA2"/>
          </a:solidFill>
          <a:ln w="762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34564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18.000 FRAME ANALYSIS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1.800 FRAME / TRIP · EVENT REPLAY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6931152" y="4434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Cảm ơn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" y="6071616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i="1" dirty="0">
                <a:solidFill>
                  <a:srgbClr val="EAF2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Bản trình bày cuối | Claim được giới hạn bởi bằng chứng hiện có.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12064" y="6464808"/>
            <a:ext cx="11155680" cy="0"/>
          </a:xfrm>
          <a:prstGeom prst="line">
            <a:avLst/>
          </a:prstGeom>
          <a:noFill/>
          <a:ln w="16510">
            <a:solidFill>
              <a:srgbClr val="47628E"/>
            </a:solidFill>
            <a:prstDash val="solid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548640" y="655624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AFC6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UchiHahaha | FleetIQ Guardian | AUTOMOTIVE HACKATHON 2026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11027664" y="65105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370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Quattrocen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Quattrocen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UchiHahaha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FleetIQ Guardian - Chung kết</dc:title>
  <dc:subject>Automotive Hackathon 2026 - FleetIQ Guardian</dc:subject>
  <dc:creator>UchiHahaha</dc:creator>
  <cp:lastModifiedBy>UchiHahaha</cp:lastModifiedBy>
  <cp:revision>1</cp:revision>
  <dcterms:created xsi:type="dcterms:W3CDTF">2026-08-10T16:34:56Z</dcterms:created>
  <dcterms:modified xsi:type="dcterms:W3CDTF">2026-08-10T16:34:56Z</dcterms:modified>
</cp:coreProperties>
</file>
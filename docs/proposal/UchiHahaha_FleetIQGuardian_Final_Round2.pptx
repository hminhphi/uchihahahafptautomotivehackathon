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22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594360"/>
            <a:ext cx="214884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667512"/>
            <a:ext cx="1965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CHUNG KẾT | CHALLENGE #3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621792" y="1188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GUARDIAN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40080" y="261518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E9F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Nền tảng giám sát rủi ro tài xế và va chạm từ xa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328416"/>
            <a:ext cx="4709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Hợp nhất camera đường, camera tài xế, độ sâu và telemetry thành bằng chứng có thể kiểm tra.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315968"/>
            <a:ext cx="4663440" cy="822960"/>
          </a:xfrm>
          <a:prstGeom prst="rect">
            <a:avLst/>
          </a:prstGeom>
          <a:solidFill>
            <a:srgbClr val="21367E"/>
          </a:solidFill>
          <a:ln w="7620">
            <a:solidFill>
              <a:srgbClr val="4762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5371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#3 là sản phẩm chính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80060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#1 và #2 là hai động cơ bên dưới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181344" y="1051560"/>
            <a:ext cx="5349240" cy="4251960"/>
          </a:xfrm>
          <a:prstGeom prst="rect">
            <a:avLst/>
          </a:prstGeom>
          <a:solidFill>
            <a:srgbClr val="21367E"/>
          </a:solidFill>
          <a:ln w="7620">
            <a:solidFill>
              <a:srgbClr val="4762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149961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TÍN HIỆU ĐẾN HÀNH ĐỘNG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0" y="2084832"/>
            <a:ext cx="365760" cy="3657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84264" y="219456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269480" y="214884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Phát hiện rủi ro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0" y="2724912"/>
            <a:ext cx="365760" cy="3657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84264" y="283464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 theo khung hình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0" y="3364992"/>
            <a:ext cx="365760" cy="3657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84264" y="347472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269480" y="34290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bằng chứng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0" y="4005072"/>
            <a:ext cx="365760" cy="36576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84264" y="411480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269480" y="40690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Đề xuất coaching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650992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Nhóm UchiHahaha | Phi, Trung, Dũng, Kha, Tú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EAF2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 luôn đi cùng event và bằng chứng; không được diễn giải là độ chính xác test ẩn.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47628E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BÀI TOÁN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VIDEO THÔ KHÔNG TẠO RA QUYẾT ĐỊNH AN TOÀN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Quản lý đội xe cần biết chuyến nào cần xem, vì sao và bằng chứng nằm ở đâu.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865376"/>
            <a:ext cx="3319272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65376"/>
            <a:ext cx="73152" cy="16093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84832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914400" y="2578608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DỮ LIỆU PHÂN MẢNH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889504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 camera, DMS, độ sâu và telemetry đang ở các luồng độc lập.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425696" y="1865376"/>
            <a:ext cx="3319272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1865376"/>
            <a:ext cx="73152" cy="160934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084832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681728" y="2578608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CẢNH BÁO THIẾU NGỮ CẢNH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81728" y="2889504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giá trị TTC hay một ảnh đơn lẻ không nói lên toàn bộ sự kiện.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193024" y="1865376"/>
            <a:ext cx="3319272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3024" y="1865376"/>
            <a:ext cx="73152" cy="1609344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49056" y="2084832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449056" y="2578608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COACHING KHÓ KIỂM TRA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49056" y="2889504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Không có khung hình, thời điểm và lý do thì không thể coaching chính xác.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58368" y="4069080"/>
            <a:ext cx="10853928" cy="1051560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398264"/>
            <a:ext cx="1028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MỤC TIÊU: BIẾN NHIỀU DÒNG DỮ LIỆU THÀNH MỘT HỒ SƠ RỦI RO CÓ THỂ KIỂM TRA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Nhu cầu vận hành: xếp hàng ưu tiên, xem lại sự kiện và gán coaching có bằng chứng.</a:t>
            </a:r>
            <a:endParaRPr lang="en-US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GIẢI PHÁP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LỚP HỢP NHẤT CHO ĐỘI XE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 Guardian dùng chấm điểm và TTC như động cơ để tạo quy trình cho Challenge #3.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7512" y="1847088"/>
            <a:ext cx="3246120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47088"/>
            <a:ext cx="73152" cy="16093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2066544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923544" y="2560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ĐỘNG CƠ HÀNH VI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" y="2871216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Tín hiệu attention, handling và làn đường được chuẩn hóa thành sự kiện.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398264" y="1847088"/>
            <a:ext cx="3246120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8264" y="1847088"/>
            <a:ext cx="73152" cy="160934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54296" y="2066544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654296" y="2560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ĐỘNG CƠ RỦI RO VA CHẠM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54296" y="2871216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 sâu, đối tượng dẫn đầu và telemetry tạo ngữ cảnh TTC/near-miss.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129016" y="1847088"/>
            <a:ext cx="3246120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47088"/>
            <a:ext cx="73152" cy="1609344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85048" y="2066544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385048" y="2560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ĐỘNG CƠ HỢP NHẤT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85048" y="2871216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Liên kết sự kiện, độ tin cậy, giải thích và bằng chứng theo khung hình.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304288" y="3794760"/>
            <a:ext cx="0" cy="502920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35040" y="3794760"/>
            <a:ext cx="0" cy="50292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65792" y="3794760"/>
            <a:ext cx="0" cy="502920"/>
          </a:xfrm>
          <a:prstGeom prst="line">
            <a:avLst/>
          </a:prstGeom>
          <a:noFill/>
          <a:ln w="16510">
            <a:solidFill>
              <a:srgbClr val="22B57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67512" y="4498848"/>
            <a:ext cx="10853928" cy="713232"/>
          </a:xfrm>
          <a:prstGeom prst="rect">
            <a:avLst/>
          </a:prstGeom>
          <a:solidFill>
            <a:srgbClr val="DCE9FA"/>
          </a:solidFill>
          <a:ln w="7620">
            <a:solidFill>
              <a:srgbClr val="034EA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754880"/>
            <a:ext cx="10332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ĐẦU RA: dashboard đội xe · chuyến đi chi tiết · timeline · evidence · báo cáo coaching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DỮ LIỆU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NĂM NHÓM TÍN HIỆU, MỘT DÒNG THỜI GIAN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Chúng tôi khai thác toàn bộ dữ liệu starter kit thay vì chỉ trình diễn một mô hình đơn lẻ.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 ĐƯỜNG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822960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Đối tượng và ngữ cảnh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889504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9504" y="1901952"/>
            <a:ext cx="73152" cy="144475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99816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 TÀI XẾ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3081528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Trạng thái attention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148072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48072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67528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58384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 SÂU + CALIB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340096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Khoảng cách và TTC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7406640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16952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TELEMETRY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7598664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Tốc độ và handling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9665208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65208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84664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0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NHÃN + FUSION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9857232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 và kiểm tra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40080" y="3977640"/>
            <a:ext cx="10844784" cy="117043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0976" y="4315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17.999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859536" y="4736592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KHUNG HÌNH ĐƯỢC GẮN NHÃN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127248" y="440740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Dữ liệu đa nguồn cho phép chứng minh một sự kiện bằng nhiều góc nhìn, thay vì suy luận từ một tín hiệu duy nhất.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Starter kit: road stereo, driver camera, depth, calibration, telemetry, labels và fusion metadata.</a:t>
            </a:r>
            <a:endParaRPr lang="en-US" sz="9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TRẢI NGHIỆM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TỪ HÀNG ĐỢI, KẾT THÚC Ở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Giao diện bắt đầu bằng công việc vận hành, không phải landing page.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47088"/>
            <a:ext cx="73152" cy="25146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157984"/>
            <a:ext cx="475488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914400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Chọn chuyến cần xem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điểm theo rule và bằng chứng liên kết.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072384" y="3044952"/>
            <a:ext cx="27432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847088"/>
            <a:ext cx="73152" cy="25146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75888" y="2157984"/>
            <a:ext cx="475488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675888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timeline đồng bộ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75888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Road, driver, depth và telemetry cùng frame.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5833872" y="3044952"/>
            <a:ext cx="27432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81344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1344" y="1847088"/>
            <a:ext cx="73152" cy="25146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37376" y="2157984"/>
            <a:ext cx="475488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28816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437376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tra evidence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37376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Đối tượng, TTC, trạng thái tài xế và event.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8595360" y="3044952"/>
            <a:ext cx="27432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942832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42832" y="1847088"/>
            <a:ext cx="73152" cy="251460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98864" y="2157984"/>
            <a:ext cx="475488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90304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198864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Gán coaching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98864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Hành động cụ thể, có liên kết đến bằng chứng.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58368" y="4754880"/>
            <a:ext cx="10844784" cy="457200"/>
          </a:xfrm>
          <a:prstGeom prst="rect">
            <a:avLst/>
          </a:prstGeom>
          <a:solidFill>
            <a:srgbClr val="FFF0E5"/>
          </a:solidFill>
          <a:ln w="7620">
            <a:solidFill>
              <a:srgbClr val="F3702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4901184"/>
            <a:ext cx="10332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 được tạo từ artifact chuyến; không dùng để tuyên bố độ chính xác hay xếp hạng fleet.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BẰNG CHỨNG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KHUNG HÌNH, BỐN TÍN HIỆU CÓ THỂ KIỂM TRA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Khung 1010 được đọc lại từ YOLOP overlay, artifact road/DMS/fusion và CSV sau full pipeline.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6720840" cy="3337560"/>
          </a:xfrm>
          <a:prstGeom prst="rect">
            <a:avLst/>
          </a:prstGeom>
          <a:solidFill>
            <a:srgbClr val="0B1020"/>
          </a:solidFill>
          <a:ln w="7620">
            <a:solidFill>
              <a:srgbClr val="0B1020">
                <a:alpha val="0"/>
              </a:srgbClr>
            </a:solidFill>
            <a:prstDash val="solid"/>
          </a:ln>
        </p:spPr>
      </p:sp>
      <p:pic>
        <p:nvPicPr>
          <p:cNvPr id="10" name="Image 0" descr="C:\Users\admin\Documents\Projects\AutomotiveHacathon\docs\proposal\assets\t01d-frame-1010-road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02536"/>
            <a:ext cx="6391656" cy="299923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874520" y="4572000"/>
            <a:ext cx="4251960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65960" y="4645152"/>
            <a:ext cx="40690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T01D · FRAME 1010 · YOLOP OVERLAY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7680960" y="1828800"/>
            <a:ext cx="3822192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80960" y="1828800"/>
            <a:ext cx="73152" cy="91440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73568" y="207568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 / IN-LANE CAR</a:t>
            </a:r>
            <a:endParaRPr lang="en-US" sz="1120" dirty="0"/>
          </a:p>
        </p:txBody>
      </p:sp>
      <p:sp>
        <p:nvSpPr>
          <p:cNvPr id="16" name="Text 13"/>
          <p:cNvSpPr/>
          <p:nvPr/>
        </p:nvSpPr>
        <p:spPr>
          <a:xfrm>
            <a:off x="7973568" y="2359152"/>
            <a:ext cx="3154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20.40 m · TTC 1.601 s · confidence 0.8837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7680960" y="2907792"/>
            <a:ext cx="3822192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0" y="2907792"/>
            <a:ext cx="73152" cy="9144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73568" y="31546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/ DROWSY</a:t>
            </a:r>
            <a:endParaRPr lang="en-US" sz="1120" dirty="0"/>
          </a:p>
        </p:txBody>
      </p:sp>
      <p:sp>
        <p:nvSpPr>
          <p:cNvPr id="20" name="Text 17"/>
          <p:cNvSpPr/>
          <p:nvPr/>
        </p:nvSpPr>
        <p:spPr>
          <a:xfrm>
            <a:off x="7973568" y="3438144"/>
            <a:ext cx="3154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MediaPipe geometry · confidence 0.85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7680960" y="3986784"/>
            <a:ext cx="3822192" cy="1179576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0" y="3986784"/>
            <a:ext cx="73152" cy="1179576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73568" y="422452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FUSION / RISK INDEX 51.0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7973568" y="4489704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TTC-risk + drowsiness + compound risk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CSV: 1010, 50.500, 1.601, drowsy, 51.0</a:t>
            </a:r>
            <a:endParaRPr lang="en-US" sz="810" dirty="0"/>
          </a:p>
        </p:txBody>
      </p:sp>
      <p:sp>
        <p:nvSpPr>
          <p:cNvPr id="25" name="Text 22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T01d/1010: road, DMS, fusion JSON; YOLOP overlay; predictions/UchiHahaha/T01d.csv.</a:t>
            </a:r>
            <a:endParaRPr lang="en-US" sz="9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CÙNG MỘT KHUNG HÌNH, NHIỀU LỚP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Tính đồng bộ biến dòng thời gian thành công cụ kiểm tra thay vì tập ảnh rời rạc.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2029968"/>
            <a:ext cx="1371600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 ĐƯỜNG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359152" y="225856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6236208" y="2130552"/>
            <a:ext cx="237744" cy="2377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46920" y="216712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Đối tượng trong làn · khoảng cách · TTC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2807208"/>
            <a:ext cx="137160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8036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359152" y="303580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236208" y="2907792"/>
            <a:ext cx="237744" cy="23774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46920" y="294436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Trạng thái tài xế · độ tin cậy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85800" y="3584448"/>
            <a:ext cx="1371600" cy="25603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65760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359152" y="381304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6236208" y="3685032"/>
            <a:ext cx="237744" cy="237744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372160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Tốc độ · phanh · góc lái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" y="4361688"/>
            <a:ext cx="1371600" cy="25603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HỢP NHẤT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359152" y="459028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236208" y="4462272"/>
            <a:ext cx="237744" cy="237744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449884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Sự kiện hợp nhất · giải thích · bằng chứng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355080" y="1764792"/>
            <a:ext cx="0" cy="315468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69864" y="1609344"/>
            <a:ext cx="1170432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61304" y="1682496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KHUNG 800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359152" y="5212080"/>
            <a:ext cx="8686800" cy="43891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24328" y="5358384"/>
            <a:ext cx="8138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TRA THEO KHUNG HÌNH: chọn một sự kiện là mở đúng bối cảnh, không suy diễn từ thời điểm khác.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T01d–T10d có 1.800 khung logic (0–1799); T08d/1615 là source road-left không khả dụng và được đánh dấu rõ.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KIẾN TRÚC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NHIỀU TÍN HIỆU ĐẾN MỘT QUYẾT ĐỊNH CÓ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Pipeline tập trung vào điều quản lý đội xe có thể mở, kiểm tra và hành động.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83080"/>
            <a:ext cx="73152" cy="658368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ĐƯỜNG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435608" y="2487168"/>
            <a:ext cx="0" cy="338328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0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1783080"/>
            <a:ext cx="73152" cy="658368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14016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 SÂU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3063240" y="2487168"/>
            <a:ext cx="0" cy="338328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48072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48072" y="1783080"/>
            <a:ext cx="73152" cy="658368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TÀI XẾ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5925312" y="2487168"/>
            <a:ext cx="0" cy="338328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284464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84464" y="1783080"/>
            <a:ext cx="73152" cy="658368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TELEMETRY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9061704" y="2487168"/>
            <a:ext cx="0" cy="338328"/>
          </a:xfrm>
          <a:prstGeom prst="line">
            <a:avLst/>
          </a:prstGeom>
          <a:noFill/>
          <a:ln w="16510">
            <a:solidFill>
              <a:srgbClr val="22B57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930384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30384" y="1783080"/>
            <a:ext cx="73152" cy="658368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0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NHÃN +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FUSION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10707624" y="2487168"/>
            <a:ext cx="0" cy="338328"/>
          </a:xfrm>
          <a:prstGeom prst="line">
            <a:avLst/>
          </a:prstGeom>
          <a:noFill/>
          <a:ln w="16510">
            <a:solidFill>
              <a:srgbClr val="19226D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9808" y="2907792"/>
            <a:ext cx="3127248" cy="10241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2907792"/>
            <a:ext cx="73152" cy="1024128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6696" y="3200400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TTC + NEAR-MISS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05840" y="3547872"/>
            <a:ext cx="2596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Khoảng cách và object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2313432" y="3977640"/>
            <a:ext cx="0" cy="338328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17136" y="2907792"/>
            <a:ext cx="3127248" cy="10241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17136" y="2907792"/>
            <a:ext cx="73152" cy="1024128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64024" y="3200400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DRIVER STATE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3168" y="3547872"/>
            <a:ext cx="2596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Attention và DMS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6080760" y="3977640"/>
            <a:ext cx="0" cy="338328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84464" y="2907792"/>
            <a:ext cx="3127248" cy="10241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84464" y="2907792"/>
            <a:ext cx="73152" cy="1024128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1352" y="3200400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 SCORER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40496" y="3547872"/>
            <a:ext cx="2596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Rule minh bạch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9848088" y="3977640"/>
            <a:ext cx="0" cy="338328"/>
          </a:xfrm>
          <a:prstGeom prst="line">
            <a:avLst/>
          </a:prstGeom>
          <a:noFill/>
          <a:ln w="16510">
            <a:solidFill>
              <a:srgbClr val="22B57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49808" y="4407408"/>
            <a:ext cx="3127248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9808" y="4407408"/>
            <a:ext cx="73152" cy="91440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8408" y="466344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WINDOW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05840" y="498348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Thời điểm + mức độ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4517136" y="4407408"/>
            <a:ext cx="3127248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17136" y="4407408"/>
            <a:ext cx="73152" cy="914400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45736" y="466344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TRIP SCORE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773168" y="498348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8284464" y="4407408"/>
            <a:ext cx="3127248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84464" y="4407408"/>
            <a:ext cx="73152" cy="9144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13064" y="466344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COACHING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40496" y="498348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Hành động có evidence</a:t>
            </a:r>
            <a:endParaRPr lang="en-US" sz="830" dirty="0"/>
          </a:p>
        </p:txBody>
      </p:sp>
      <p:sp>
        <p:nvSpPr>
          <p:cNvPr id="56" name="Text 54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Đầu ra luôn liên kết event với điểm theo rule và khung hình nguồn; không diễn giải score là độ chính xác test ẩn.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LUẬT EVENT VÀ COACHING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EVENT CÓ ĐIỀU KIỆN, PENALTY VÀ KHUNG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dùng cửa sổ 15 frame; cùng một trạng thái được gộp trong 5 giây để timeline không nhiễu.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792224"/>
            <a:ext cx="324612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92224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66544"/>
            <a:ext cx="493776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13969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600200" y="207568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LỌC OBJECT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9264" y="25877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bbox &gt;30 px</a:t>
            </a:r>
            <a:endParaRPr lang="en-US" sz="870" dirty="0"/>
          </a:p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&gt;=50% overlap fixed ego-corridor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3959352" y="2514600"/>
            <a:ext cx="32004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1792224"/>
            <a:ext cx="324612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792224"/>
            <a:ext cx="73152" cy="144475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066544"/>
            <a:ext cx="493776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213969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330952" y="207568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TTC TỪ DEPTH ROI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00016" y="25877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&lt;1,5 s: 35</a:t>
            </a:r>
            <a:endParaRPr lang="en-US" sz="870" dirty="0"/>
          </a:p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&lt;2,5 s: 26</a:t>
            </a:r>
            <a:endParaRPr lang="en-US" sz="870" dirty="0"/>
          </a:p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&lt;4 s: 15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7690104" y="2514600"/>
            <a:ext cx="32004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9872" y="1792224"/>
            <a:ext cx="324612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19872" y="1792224"/>
            <a:ext cx="73152" cy="144475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94192" y="2066544"/>
            <a:ext cx="493776" cy="25603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85632" y="213969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061704" y="207568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+ TELEMETRY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30768" y="25877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window 15 frame · drowsy 25 · distracted/phone 15</a:t>
            </a:r>
            <a:endParaRPr lang="en-US" sz="870" dirty="0"/>
          </a:p>
          <a:p>
            <a:pPr algn="ctr" indent="0" marL="0">
              <a:buNone/>
            </a:pPr>
            <a:r>
              <a:rPr lang="en-US" sz="87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speeding 5–15 · harsh accel 10</a:t>
            </a:r>
            <a:endParaRPr lang="en-US" sz="870" dirty="0"/>
          </a:p>
        </p:txBody>
      </p:sp>
      <p:sp>
        <p:nvSpPr>
          <p:cNvPr id="29" name="Shape 27"/>
          <p:cNvSpPr/>
          <p:nvPr/>
        </p:nvSpPr>
        <p:spPr>
          <a:xfrm>
            <a:off x="658368" y="3730752"/>
            <a:ext cx="6473952" cy="1481328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1832" y="4023360"/>
            <a:ext cx="5897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9264" y="438912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Bắt đầu từ 100 điểm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Trừ theo khoảng cách, attention, handling và làn đường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Rủi ro kết hợp chỉ tăng mức độ, không trừ hai lần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79792" y="3730752"/>
            <a:ext cx="4005072" cy="14813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79792" y="3730752"/>
            <a:ext cx="73152" cy="1481328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27264" y="4023360"/>
            <a:ext cx="33101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WINDOW → COACHING</a:t>
            </a:r>
            <a:endParaRPr lang="en-US" sz="1020" dirty="0"/>
          </a:p>
        </p:txBody>
      </p:sp>
      <p:sp>
        <p:nvSpPr>
          <p:cNvPr id="35" name="Text 33"/>
          <p:cNvSpPr/>
          <p:nvPr/>
        </p:nvSpPr>
        <p:spPr>
          <a:xfrm>
            <a:off x="7845552" y="4389120"/>
            <a:ext cx="3264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cùng trạng thái: 1 event / 5 giây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Trạng thái khác mới tạo transition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Severity 4–5: visual 10–15s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58368" y="5440680"/>
            <a:ext cx="10826496" cy="384048"/>
          </a:xfrm>
          <a:prstGeom prst="rect">
            <a:avLst/>
          </a:prstGeom>
          <a:solidFill>
            <a:srgbClr val="FFF0E5"/>
          </a:solidFill>
          <a:ln w="7620">
            <a:solidFill>
              <a:srgbClr val="F3702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577840"/>
            <a:ext cx="10332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 KHÔNG ĐƯỢC DÙNG ĐỂ XẾP HẠNG HAY TÍNH TRUNG BÌNH FLEET.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Nguồn: RiskScorer v1 · event window · policy coaching.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NGUỒN MODEL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MỖI TẦNG DÙNG GÌ, KHÔNG DÙNG GÌ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Tách rõ precomputed label, GT depth, geometry rule và model training artifact để tránh overclaim.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5047488" cy="149047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83080"/>
            <a:ext cx="73152" cy="149047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029968"/>
            <a:ext cx="1417320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103120"/>
            <a:ext cx="1234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 OBJECT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950976" y="24963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label2_yolo_v3</a:t>
            </a:r>
            <a:endParaRPr lang="en-US" sz="1120" dirty="0"/>
          </a:p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Custom YOLO v3 precomputed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3419856" y="2487168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Training record: mAP50 0,40952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Không re-infer live trong artifact pass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172200" y="1783080"/>
            <a:ext cx="5047488" cy="149047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783080"/>
            <a:ext cx="73152" cy="149047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28232" y="2029968"/>
            <a:ext cx="141732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9672" y="2103120"/>
            <a:ext cx="1234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KHOẢNG CÁCH / TTC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64808" y="24963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GT depth ROI + calibration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8933688" y="2487168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Không dùng learned depth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Chỉ TTC object giữ lại trong corridor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58368" y="3657600"/>
            <a:ext cx="5047488" cy="149047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657600"/>
            <a:ext cx="73152" cy="149047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3904488"/>
            <a:ext cx="1417320" cy="25603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3977640"/>
            <a:ext cx="1234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RUNTIME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950976" y="437083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MediaPipe Face Landmarker</a:t>
            </a:r>
            <a:endParaRPr lang="en-US" sz="1120" dirty="0"/>
          </a:p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EAR / pose / PERCLOS geometry</a:t>
            </a:r>
            <a:endParaRPr lang="en-US" sz="1120" dirty="0"/>
          </a:p>
        </p:txBody>
      </p:sp>
      <p:sp>
        <p:nvSpPr>
          <p:cNvPr id="26" name="Text 24"/>
          <p:cNvSpPr/>
          <p:nvPr/>
        </p:nvSpPr>
        <p:spPr>
          <a:xfrm>
            <a:off x="3419856" y="4361688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Pseudo-label rule runtime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Checkpoint 95,17% là artifact riêng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172200" y="3657600"/>
            <a:ext cx="5047488" cy="149047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3657600"/>
            <a:ext cx="73152" cy="149047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28232" y="3904488"/>
            <a:ext cx="1417320" cy="25603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9672" y="3977640"/>
            <a:ext cx="1234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FUSION / COACHING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464808" y="437083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RiskScorer v1 + 12 mapping rules</a:t>
            </a:r>
            <a:endParaRPr lang="en-US" sz="1120" dirty="0"/>
          </a:p>
        </p:txBody>
      </p:sp>
      <p:sp>
        <p:nvSpPr>
          <p:cNvPr id="32" name="Text 30"/>
          <p:cNvSpPr/>
          <p:nvPr/>
        </p:nvSpPr>
        <p:spPr>
          <a:xfrm>
            <a:off x="8933688" y="4361688"/>
            <a:ext cx="1847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Deterministic, replayable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Không gọi đây là fusion model ML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658368" y="5532120"/>
            <a:ext cx="10835640" cy="475488"/>
          </a:xfrm>
          <a:prstGeom prst="rect">
            <a:avLst/>
          </a:prstGeom>
          <a:solidFill>
            <a:srgbClr val="FFF0E5"/>
          </a:solidFill>
          <a:ln w="7620">
            <a:solidFill>
              <a:srgbClr val="F3702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696712"/>
            <a:ext cx="10332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KHÔNG CÓ LANE MODEL: x=250..390 là fixed image corridor để lọc object; lane penalty hiện bằng 0 trong RiskScorer.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Nguồn runtime: label2_yolo_v3 · GT depth · MediaPipe Face Landmarker · RiskScorer v1.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CHỨNG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CÓ CHỈ SỐ CHO MÔ HÌNH, CÓ GIỚI HẠN CHO SẢN PHẨM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Đánh giá training artifact và rule output đội xe là hai phạm vi khác nhau.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3291840" cy="315468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73152" cy="315468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226771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95,17%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69264" y="2834640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SEQUENCE CHECKPOINT OFFLINE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960120" y="3236976"/>
            <a:ext cx="25054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Validation epoch 7; không phải hiệu năng DMS geometry runtime của demo.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425696" y="1828800"/>
            <a:ext cx="3291840" cy="315468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1828800"/>
            <a:ext cx="73152" cy="315468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226771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0,40952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36592" y="2834640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YOLO v3 · mAP50 tốt nhất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4736592" y="327355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Kết quả v3 được ghi nhận tại epoch 43.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93024" y="1828800"/>
            <a:ext cx="3291840" cy="3154680"/>
          </a:xfrm>
          <a:prstGeom prst="rect">
            <a:avLst/>
          </a:prstGeom>
          <a:solidFill>
            <a:srgbClr val="0B1020"/>
          </a:solidFill>
          <a:ln w="762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22402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17.999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8449056" y="2816352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FRAME ĐƯỢC GẮN NHÃN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485632" y="3401568"/>
            <a:ext cx="1133856" cy="32918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5632" y="3511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Xe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9838944" y="3401568"/>
            <a:ext cx="1133856" cy="32918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38944" y="3511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Người</a:t>
            </a:r>
            <a:endParaRPr lang="en-US" sz="680" dirty="0"/>
          </a:p>
        </p:txBody>
      </p:sp>
      <p:sp>
        <p:nvSpPr>
          <p:cNvPr id="26" name="Shape 24"/>
          <p:cNvSpPr/>
          <p:nvPr/>
        </p:nvSpPr>
        <p:spPr>
          <a:xfrm>
            <a:off x="8485632" y="3931920"/>
            <a:ext cx="1133856" cy="32918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85632" y="4041648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Xe máy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9838944" y="3931920"/>
            <a:ext cx="1133856" cy="32918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38944" y="4041648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Bối cảnh làn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914400" y="5330952"/>
            <a:ext cx="10287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GIỚI HẠN: không diễn giải điểm theo rule là độ chính xác kiểm thử ẩn hoặc xếp hạng an toàn toàn đội.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Nguồn: DMS offline checkpoint · YOLO v3 epoch 43 · label2_custom export.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SOÁT RỦI RO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MINH BẠCH GIỚI HẠN ĐỂ DEMO ĐÁNG TIN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Sản phẩm hiển thị trạng thái thiếu dữ liệu, không tạo ra bằng chứng hoặc điểm số giả.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5029200" cy="132588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73152" cy="132588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1031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 media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41448" y="208483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T01d–T10d có 0–1799. T08d/1615 thiếu source road-left và replay chèn marker unavailable, không thay frame lân cận.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029200" cy="132588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828800"/>
            <a:ext cx="73152" cy="132588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21031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55280" y="208483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state đến từ geometry rule; deck và UI không gọi đó là checkpoint inference đã đánh giá trên test ẩn.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029200" cy="132588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325880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3794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41448" y="377647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Chạy từ artifact chuyến và hiển thị kèm evidence; không xếp hạng hoặc tính trung bình fleet.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3520440"/>
            <a:ext cx="5029200" cy="132588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3520440"/>
            <a:ext cx="73152" cy="1325880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794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thử ẩn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955280" y="377647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Ground truth T01d–T10d bị che; không suy diễn độ chính xác từ tập thực hành.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UX theo bằng chứng: media thiếu được biểu diễn rõ; score luôn đi cùng rule, event và frame liên kết.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SẴN SÀNG TRÌNH DIỄN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LUỒNG QUYẾT ĐỊNH HOÀN CHỈNH CHO FLEET MANAGER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chuyến cần xem đến coaching, mọi bước đều có ngữ cảnh để người vận hành hành động.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6656" y="1874520"/>
            <a:ext cx="3236976" cy="219456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1874520"/>
            <a:ext cx="73152" cy="21945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157984"/>
            <a:ext cx="1005840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23113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950976" y="26974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Chọn đúng chuyến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50976" y="32278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Dashboard hiển thị điểm theo rule và những event cần ưu tiên xem lại.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407408" y="1874520"/>
            <a:ext cx="3236976" cy="219456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7408" y="1874520"/>
            <a:ext cx="73152" cy="219456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1728" y="2157984"/>
            <a:ext cx="100584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223113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681728" y="26974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Xem đúng bối cảnh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81728" y="32278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Timeline mở camera đường, DMS và telemetry tại cùng một khung hình.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8138160" y="1874520"/>
            <a:ext cx="3236976" cy="219456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1874520"/>
            <a:ext cx="73152" cy="2194560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0" y="2157984"/>
            <a:ext cx="1005840" cy="25603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223113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HÀNH ĐỘNG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412480" y="26974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Gán coaching rõ ràng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0" y="32278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Kết thúc bằng hướng dẫn liên kết với bằng chứng, không phải cảnh báo chung chung.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76656" y="4535424"/>
            <a:ext cx="10789920" cy="85039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818888"/>
            <a:ext cx="10287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MVP ĐÃ SẴN SÀNG: dashboard · trip replay · event evidence · điểm theo rule · coaching có ngữ cảnh.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Demo flow: dashboard → chuyến rủi ro → timeline → evidence → điểm theo rule → coaching.</a:t>
            </a:r>
            <a:endParaRPr lang="en-US" sz="9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22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21792"/>
            <a:ext cx="187452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94944"/>
            <a:ext cx="16916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TRÌNH DIỄN TRONG 3 PHÚT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5440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RỦI RO ĐẾN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COACHING CÓ CĂN CỨ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76656" y="274320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2549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298448" y="279806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chuyến cần kiểm tra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6656" y="324612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32841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1298448" y="330098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Chọn sự kiện theo dòng thời gian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656" y="374904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83133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730" dirty="0"/>
          </a:p>
        </p:txBody>
      </p:sp>
      <p:sp>
        <p:nvSpPr>
          <p:cNvPr id="14" name="Text 12"/>
          <p:cNvSpPr/>
          <p:nvPr/>
        </p:nvSpPr>
        <p:spPr>
          <a:xfrm>
            <a:off x="1298448" y="380390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Xem camera, DMS và telemetry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" y="425196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33425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1298448" y="430682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tra bằng chứng liên kết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6656" y="4754880"/>
            <a:ext cx="393192" cy="28346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83717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1298448" y="480974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Gán hướng dẫn phù hợp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1060704"/>
            <a:ext cx="4544568" cy="4297680"/>
          </a:xfrm>
          <a:prstGeom prst="rect">
            <a:avLst/>
          </a:prstGeom>
          <a:solidFill>
            <a:srgbClr val="21367E"/>
          </a:solidFill>
          <a:ln w="7620">
            <a:solidFill>
              <a:srgbClr val="4762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50876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 GUARDIAN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2194560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Giúp quản lý đội xe hiểu rủi ro trước khi họ phải xem hàng giờ video.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32320" y="3246120"/>
            <a:ext cx="3364992" cy="6949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33488" y="345643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 TRIP ANALYSIS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1.800 FRAME / TRIP · EVENT REPLAY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6931152" y="44348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Cảm ơn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EAF2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Bản trình bày cuối | Claim được giới hạn bởi bằng chứng hiện có.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47628E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Quattrocen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Quattrocen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UchiHahaha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FleetIQ Guardian - Chung kết</dc:title>
  <dc:subject>Automotive Hackathon 2026 - FleetIQ Guardian</dc:subject>
  <dc:creator>UchiHahaha</dc:creator>
  <cp:lastModifiedBy>UchiHahaha</cp:lastModifiedBy>
  <cp:revision>1</cp:revision>
  <dcterms:created xsi:type="dcterms:W3CDTF">2026-08-10T17:20:47Z</dcterms:created>
  <dcterms:modified xsi:type="dcterms:W3CDTF">2026-08-10T17:20:47Z</dcterms:modified>
</cp:coreProperties>
</file>
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2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44768" y="1097280"/>
            <a:ext cx="5413248" cy="3364992"/>
          </a:xfrm>
          <a:prstGeom prst="rect">
            <a:avLst/>
          </a:prstGeom>
          <a:solidFill>
            <a:srgbClr val="21367E"/>
          </a:solidFill>
          <a:ln w="7620">
            <a:solidFill>
              <a:srgbClr val="47628E"/>
            </a:solidFill>
            <a:prstDash val="solid"/>
          </a:ln>
        </p:spPr>
      </p:sp>
      <p:pic>
        <p:nvPicPr>
          <p:cNvPr id="3" name="Image 0" descr="C:\Users\admin\Documents\Projects\AutomotiveHacathon\docs\proposal\assets\fleet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1225296"/>
            <a:ext cx="5157216" cy="28986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36408" y="4123944"/>
            <a:ext cx="1783080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46136" y="4187952"/>
            <a:ext cx="1563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OPS CONSOLE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94360" y="621792"/>
            <a:ext cx="214884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685800"/>
            <a:ext cx="19293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ROUND 2 | V1.0.0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94360" y="117043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FLEETIQ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GUARDIAN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621792" y="2624328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CE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Driver Intelligence &amp; Collision Risk Platform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1792" y="327355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#3: Driver Intelligence Platform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#1 scoring + Challenge #2 TTC as core engines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" y="4224528"/>
            <a:ext cx="4407408" cy="1207008"/>
          </a:xfrm>
          <a:prstGeom prst="rect">
            <a:avLst/>
          </a:prstGeom>
          <a:solidFill>
            <a:srgbClr val="21367E"/>
          </a:solidFill>
          <a:ln w="7620">
            <a:solidFill>
              <a:srgbClr val="4762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40740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868680" y="49743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BLIND-TEST TRIPS RANKED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121408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7D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17,999</a:t>
            </a:r>
            <a:endParaRPr lang="en-US" sz="3100" dirty="0"/>
          </a:p>
        </p:txBody>
      </p:sp>
      <p:sp>
        <p:nvSpPr>
          <p:cNvPr id="15" name="Text 12"/>
          <p:cNvSpPr/>
          <p:nvPr/>
        </p:nvSpPr>
        <p:spPr>
          <a:xfrm>
            <a:off x="2121408" y="49743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YOLO LABELS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041648" y="440740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B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3100" dirty="0"/>
          </a:p>
        </p:txBody>
      </p:sp>
      <p:sp>
        <p:nvSpPr>
          <p:cNvPr id="17" name="Text 14"/>
          <p:cNvSpPr/>
          <p:nvPr/>
        </p:nvSpPr>
        <p:spPr>
          <a:xfrm>
            <a:off x="4041648" y="49743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AUDITABLE RISK VIEW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21792" y="5669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UchiHahaha | Phi, Trung, Dung, Kha, Tu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6172200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local dashboard screenshot, build v1.0.0</a:t>
            </a:r>
            <a:endParaRPr lang="en-US" sz="660" dirty="0"/>
          </a:p>
        </p:txBody>
      </p:sp>
      <p:sp>
        <p:nvSpPr>
          <p:cNvPr id="20" name="Shape 17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47628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FLEETIQ CAN BE VERIFIED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KHONG CHI LA AI: DAY LA WORKFLOW CO BANG CHUNG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Mỗi claim được map tới output, route/API, artifact và limitation để BGK kiểm tra nhanh.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5047488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828800"/>
            <a:ext cx="73152" cy="1481328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848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36192" y="212140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36192" y="2523744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Fusion road risk + driver state + telemetry into one evidence-first decision.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53912" y="1828800"/>
            <a:ext cx="5047488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53912" y="1828800"/>
            <a:ext cx="73152" cy="1481328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0848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068312" y="212140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68312" y="2523744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detector, deterministic fusion, Docker Compose and static artifact fallback.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" y="3749040"/>
            <a:ext cx="5047488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749040"/>
            <a:ext cx="73152" cy="1481328"/>
          </a:xfrm>
          <a:prstGeom prst="rect">
            <a:avLst/>
          </a:prstGeom>
          <a:solidFill>
            <a:srgbClr val="147DF5"/>
          </a:solidFill>
          <a:ln w="7620">
            <a:solidFill>
              <a:srgbClr val="147DF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005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7D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36192" y="404164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DEPTH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36192" y="4443984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Stereo/depth TTC proxy, DMS state, event schema, API replay and CSV output.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53912" y="3749040"/>
            <a:ext cx="5047488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3912" y="3749040"/>
            <a:ext cx="73152" cy="1481328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4005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B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068312" y="404164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8312" y="4443984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 ranking, incident review and targeted coaching instead of raw video review.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" y="5532120"/>
            <a:ext cx="10570464" cy="457200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678424"/>
            <a:ext cx="1005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PATH: dashboard -&gt; risky trip -&gt; synchronized evidence -&gt; score explanation -&gt; coaching context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ADVANTAGE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LUONG TIN HIEU, 1 QUYET DINH VAN HANH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#3 dùng trọn bộ dữ liệu thay vì biến một model đơn lẻ thành sản phẩm.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" y="1865376"/>
            <a:ext cx="1975104" cy="150876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1865376"/>
            <a:ext cx="73152" cy="150876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103120"/>
            <a:ext cx="1572768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67128"/>
            <a:ext cx="13533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04672" y="2551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Stereo road cameras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" y="291693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+ context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62072" y="1865376"/>
            <a:ext cx="1975104" cy="150876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2072" y="1865376"/>
            <a:ext cx="73152" cy="150876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103120"/>
            <a:ext cx="1572768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2167128"/>
            <a:ext cx="13533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63240" y="2551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In-cabin camera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63240" y="291693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 state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0" y="1865376"/>
            <a:ext cx="1975104" cy="150876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865376"/>
            <a:ext cx="73152" cy="1508760"/>
          </a:xfrm>
          <a:prstGeom prst="rect">
            <a:avLst/>
          </a:prstGeom>
          <a:solidFill>
            <a:srgbClr val="147DF5"/>
          </a:solidFill>
          <a:ln w="7620">
            <a:solidFill>
              <a:srgbClr val="147DF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21808" y="2103120"/>
            <a:ext cx="1572768" cy="256032"/>
          </a:xfrm>
          <a:prstGeom prst="rect">
            <a:avLst/>
          </a:prstGeom>
          <a:solidFill>
            <a:srgbClr val="147DF5"/>
          </a:solidFill>
          <a:ln w="7620">
            <a:solidFill>
              <a:srgbClr val="147DF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2167128"/>
            <a:ext cx="13533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21808" y="2551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 + calibration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21808" y="291693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Distance / TTC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79208" y="1865376"/>
            <a:ext cx="1975104" cy="150876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79208" y="1865376"/>
            <a:ext cx="73152" cy="1508760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0376" y="2103120"/>
            <a:ext cx="1572768" cy="256032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0104" y="2167128"/>
            <a:ext cx="13533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TELEMETRY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580376" y="2551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 signals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80376" y="291693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+ handling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637776" y="1865376"/>
            <a:ext cx="1975104" cy="150876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37776" y="1865376"/>
            <a:ext cx="73152" cy="1508760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38944" y="2103120"/>
            <a:ext cx="1572768" cy="256032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48672" y="2167128"/>
            <a:ext cx="13533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838944" y="25511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GT / fusion metadata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38944" y="291693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+ align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" y="3950208"/>
            <a:ext cx="10570464" cy="1417320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4315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17,999</a:t>
            </a:r>
            <a:endParaRPr lang="en-US" sz="3100" dirty="0"/>
          </a:p>
        </p:txBody>
      </p:sp>
      <p:sp>
        <p:nvSpPr>
          <p:cNvPr id="41" name="Text 39"/>
          <p:cNvSpPr/>
          <p:nvPr/>
        </p:nvSpPr>
        <p:spPr>
          <a:xfrm>
            <a:off x="960120" y="4882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ROAD-OBJECT LABELS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77640" y="431596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7D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3100" dirty="0"/>
          </a:p>
        </p:txBody>
      </p:sp>
      <p:sp>
        <p:nvSpPr>
          <p:cNvPr id="43" name="Text 41"/>
          <p:cNvSpPr/>
          <p:nvPr/>
        </p:nvSpPr>
        <p:spPr>
          <a:xfrm>
            <a:off x="3977640" y="48828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SCORED TRIPS IN FLEET VIEW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33872" y="4315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B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1,800</a:t>
            </a:r>
            <a:endParaRPr lang="en-US" sz="3100" dirty="0"/>
          </a:p>
        </p:txBody>
      </p:sp>
      <p:sp>
        <p:nvSpPr>
          <p:cNvPr id="45" name="Text 43"/>
          <p:cNvSpPr/>
          <p:nvPr/>
        </p:nvSpPr>
        <p:spPr>
          <a:xfrm>
            <a:off x="5833872" y="4882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FRAMES PER SUBMISSION FILE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705088" y="43159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3100" dirty="0"/>
          </a:p>
        </p:txBody>
      </p:sp>
      <p:sp>
        <p:nvSpPr>
          <p:cNvPr id="47" name="Text 45"/>
          <p:cNvSpPr/>
          <p:nvPr/>
        </p:nvSpPr>
        <p:spPr>
          <a:xfrm>
            <a:off x="8705088" y="48828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ACCEPTED DRIVER STATES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48640" y="6172200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Inputs: organizer starter kit; output contract: predictions/UchiHahaha/T01d.csv ... T10d.csv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 MANAGER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VIDEO KHONG PHAT SINH QUYET DINH AN TOAN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 manager cần biết xe nào rủi ro, vì sao, lúc nào và hành động tiếp theo là gì.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920240"/>
            <a:ext cx="3264408" cy="2962656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311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50976" y="2834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PHAN MANH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0976" y="345643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Camera, DMS, depth và telemetry nằm ở luồng riêng; reviewer không thể kể lại sự kiện.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50976" y="4480560"/>
            <a:ext cx="841248" cy="73152"/>
          </a:xfrm>
          <a:prstGeom prst="rect">
            <a:avLst/>
          </a:prstGeom>
          <a:solidFill>
            <a:srgbClr val="147DF5"/>
          </a:solidFill>
          <a:ln w="7620">
            <a:solidFill>
              <a:srgbClr val="147DF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920240"/>
            <a:ext cx="3264408" cy="2962656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2311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681728" y="2834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THIEU NGU CANH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345643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Một TTC đơn lẻ hoặc một frame DMS không đủ để đánh giá mức độ rủi ro.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4480560"/>
            <a:ext cx="841248" cy="7315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920240"/>
            <a:ext cx="3264408" cy="2962656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2311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412480" y="2834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KHONG CO EVIDENCE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345643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có timestamp, score impact và visual evidence thì coaching không thể audit.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0" y="4480560"/>
            <a:ext cx="841248" cy="73152"/>
          </a:xfrm>
          <a:prstGeom prst="rect">
            <a:avLst/>
          </a:prstGeom>
          <a:solidFill>
            <a:srgbClr val="147DF5"/>
          </a:solidFill>
          <a:ln w="7620">
            <a:solidFill>
              <a:srgbClr val="147DF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315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FLEETIQ BIEN 'NHIEU TIN HIEU' THANH 'MOT QUYET DINH CO THE KIEM TRA'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RISK, RANKED FOR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Trang đầu tiên là operations console: đội xe được xếp theo severity và safety score, không phải landing page.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3685032" cy="352044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828800"/>
            <a:ext cx="73152" cy="352044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157984"/>
            <a:ext cx="164592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221992"/>
            <a:ext cx="1426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FLEET VIEW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41832" y="26700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Một màn hình để chọn đúng trip cần xem trước.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1832" y="340156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Mỗi card nối score, speed, driver state và trigger sự kiện. Reviewer có thể drill-down trực tiếp vào evidence.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41832" y="440740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941832" y="497433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TRIPS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65960" y="440740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1965960" y="4974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NOW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63240" y="4407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7D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3063240" y="49743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 SCORE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1783080"/>
            <a:ext cx="6931152" cy="3904488"/>
          </a:xfrm>
          <a:prstGeom prst="rect">
            <a:avLst/>
          </a:prstGeom>
          <a:solidFill>
            <a:srgbClr val="0B1020"/>
          </a:solidFill>
          <a:ln w="7620">
            <a:solidFill>
              <a:srgbClr val="0B1020">
                <a:alpha val="0"/>
              </a:srgbClr>
            </a:solidFill>
            <a:prstDash val="solid"/>
          </a:ln>
        </p:spPr>
      </p:sp>
      <p:pic>
        <p:nvPicPr>
          <p:cNvPr id="22" name="Image 0" descr="C:\Users\admin\Documents\Projects\AutomotiveHacathon\docs\proposal\assets\fleet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901952"/>
            <a:ext cx="6693408" cy="3666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6172200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local Docker dashboard screenshot: http://localhost:3000/ | build v1.0.0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DRILL-DOWN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T01d: SCORE -&gt; EVENT -&gt; 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report giữ evidence navigation, replay và score explanation trên cùng luồng review.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7470648" cy="4233672"/>
          </a:xfrm>
          <a:prstGeom prst="rect">
            <a:avLst/>
          </a:prstGeom>
          <a:solidFill>
            <a:srgbClr val="0B1020"/>
          </a:solidFill>
          <a:ln w="7620">
            <a:solidFill>
              <a:srgbClr val="0B1020">
                <a:alpha val="0"/>
              </a:srgbClr>
            </a:solidFill>
            <a:prstDash val="solid"/>
          </a:ln>
        </p:spPr>
      </p:sp>
      <p:pic>
        <p:nvPicPr>
          <p:cNvPr id="10" name="Image 0" descr="C:\Users\admin\Documents\Projects\AutomotiveHacathon\docs\proposal\assets\t01d-trip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83664"/>
            <a:ext cx="7269480" cy="40325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1856232"/>
            <a:ext cx="283464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66760" y="1856232"/>
            <a:ext cx="73152" cy="1024128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50224" y="207568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57/100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948672" y="21031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SCORE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8650224" y="24780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card gives a reviewer one starting signal.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366760" y="3182112"/>
            <a:ext cx="283464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66760" y="3182112"/>
            <a:ext cx="73152" cy="1024128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50224" y="340156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4/5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948672" y="342900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RISK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8650224" y="38039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Severity is traceable to road, driver and telemetry artifacts.</a:t>
            </a:r>
            <a:endParaRPr lang="en-US" sz="770" dirty="0"/>
          </a:p>
        </p:txBody>
      </p:sp>
      <p:sp>
        <p:nvSpPr>
          <p:cNvPr id="21" name="Shape 18"/>
          <p:cNvSpPr/>
          <p:nvPr/>
        </p:nvSpPr>
        <p:spPr>
          <a:xfrm>
            <a:off x="8366760" y="4507992"/>
            <a:ext cx="283464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66760" y="4507992"/>
            <a:ext cx="73152" cy="1024128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50224" y="47274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948672" y="475488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FRAME-LINKED EVENTS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8650224" y="5129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Harsh brake and fast corner point to specific frame ranges.</a:t>
            </a:r>
            <a:endParaRPr lang="en-US" sz="770" dirty="0"/>
          </a:p>
        </p:txBody>
      </p:sp>
      <p:sp>
        <p:nvSpPr>
          <p:cNvPr id="26" name="Text 23"/>
          <p:cNvSpPr/>
          <p:nvPr/>
        </p:nvSpPr>
        <p:spPr>
          <a:xfrm>
            <a:off x="548640" y="6172200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local Docker dashboard screenshot: /trips/T01d | actual UI state is shown, including any N/A detail fields.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EVIDENCE-FIRST PERCEPTION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MOTORCYCLE EVIDENCE, NOT A BLACK-BOX ALERT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551 turns a model output into an inspectable road-risk record.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6016752" cy="3374136"/>
          </a:xfrm>
          <a:prstGeom prst="rect">
            <a:avLst/>
          </a:prstGeom>
          <a:solidFill>
            <a:srgbClr val="0B1020"/>
          </a:solidFill>
          <a:ln w="7620">
            <a:solidFill>
              <a:srgbClr val="0B1020">
                <a:alpha val="0"/>
              </a:srgbClr>
            </a:solidFill>
            <a:prstDash val="solid"/>
          </a:ln>
        </p:spPr>
      </p:sp>
      <p:pic>
        <p:nvPicPr>
          <p:cNvPr id="10" name="Image 0" descr="C:\Users\admin\Documents\Projects\AutomotiveHacathon\docs\proposal\assets\t01d-motorcycle-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95728"/>
            <a:ext cx="3200400" cy="1801368"/>
          </a:xfrm>
          <a:prstGeom prst="rect">
            <a:avLst/>
          </a:prstGeom>
        </p:spPr>
      </p:pic>
      <p:pic>
        <p:nvPicPr>
          <p:cNvPr id="11" name="Image 1" descr="C:\Users\admin\Documents\Projects\AutomotiveHacathon\docs\proposal\assets\t01d-motorcycle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093976"/>
            <a:ext cx="219456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69264" y="4389120"/>
            <a:ext cx="786384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78992" y="4453128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SCENE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434840" y="4389120"/>
            <a:ext cx="160020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44568" y="4453128"/>
            <a:ext cx="13807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ENLARGED TARGET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7004304" y="1828800"/>
            <a:ext cx="4224528" cy="9326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04304" y="1828800"/>
            <a:ext cx="73152" cy="932688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96912" y="2084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Motorcycle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006840" y="21488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0.3941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004304" y="3026664"/>
            <a:ext cx="4224528" cy="9326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004304" y="3026664"/>
            <a:ext cx="73152" cy="932688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296912" y="32826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5.02 m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9006840" y="33467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 ROI estimate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004304" y="4224528"/>
            <a:ext cx="4224528" cy="978408"/>
          </a:xfrm>
          <a:prstGeom prst="rect">
            <a:avLst/>
          </a:prstGeom>
          <a:solidFill>
            <a:srgbClr val="FFF0E5"/>
          </a:solidFill>
          <a:ln w="7620">
            <a:solidFill>
              <a:srgbClr val="F3702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96912" y="44531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DISCLOSURE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296912" y="466344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same frame has an overlapping pedestrian false positive. We keep it visible rather than hide it.</a:t>
            </a:r>
            <a:endParaRPr lang="en-US" sz="860" dirty="0"/>
          </a:p>
        </p:txBody>
      </p:sp>
      <p:sp>
        <p:nvSpPr>
          <p:cNvPr id="27" name="Text 23"/>
          <p:cNvSpPr/>
          <p:nvPr/>
        </p:nvSpPr>
        <p:spPr>
          <a:xfrm>
            <a:off x="548640" y="6172200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artifacts/trips/T01d/analysis/road/000551.json | label2_yolo_v3/000551.txt | rendered evidence frame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SENSORS TO A FLEET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intelligence layer carries one event schema: severity, confidence, score impact, explanation and evidence.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929384"/>
            <a:ext cx="1463040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93392"/>
            <a:ext cx="12435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INPUTS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95728" y="1691640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9385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 stereo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282696" y="2404872"/>
            <a:ext cx="0" cy="256032"/>
          </a:xfrm>
          <a:prstGeom prst="line">
            <a:avLst/>
          </a:prstGeom>
          <a:noFill/>
          <a:ln w="17780">
            <a:solidFill>
              <a:srgbClr val="034EA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62856" y="1691640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9385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 camera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449824" y="2404872"/>
            <a:ext cx="0" cy="256032"/>
          </a:xfrm>
          <a:prstGeom prst="line">
            <a:avLst/>
          </a:prstGeom>
          <a:noFill/>
          <a:ln w="17780">
            <a:solidFill>
              <a:srgbClr val="034EA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29984" y="1691640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9385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 + calib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616952" y="2404872"/>
            <a:ext cx="0" cy="256032"/>
          </a:xfrm>
          <a:prstGeom prst="line">
            <a:avLst/>
          </a:prstGeom>
          <a:noFill/>
          <a:ln w="17780">
            <a:solidFill>
              <a:srgbClr val="034EA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97112" y="1691640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19385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Telemetry + labels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784080" y="2404872"/>
            <a:ext cx="0" cy="256032"/>
          </a:xfrm>
          <a:prstGeom prst="line">
            <a:avLst/>
          </a:prstGeom>
          <a:noFill/>
          <a:ln w="17780">
            <a:solidFill>
              <a:srgbClr val="034EA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3008376"/>
            <a:ext cx="146304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072384"/>
            <a:ext cx="12435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ENGINES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395728" y="2770632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5456" y="30175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TTC proxy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282696" y="3483864"/>
            <a:ext cx="0" cy="256032"/>
          </a:xfrm>
          <a:prstGeom prst="line">
            <a:avLst/>
          </a:prstGeom>
          <a:noFill/>
          <a:ln w="17780">
            <a:solidFill>
              <a:srgbClr val="F3702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62856" y="2770632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2584" y="30175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 state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449824" y="3483864"/>
            <a:ext cx="0" cy="256032"/>
          </a:xfrm>
          <a:prstGeom prst="line">
            <a:avLst/>
          </a:prstGeom>
          <a:noFill/>
          <a:ln w="17780">
            <a:solidFill>
              <a:srgbClr val="F3702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29984" y="2770632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30175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events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616952" y="3483864"/>
            <a:ext cx="0" cy="256032"/>
          </a:xfrm>
          <a:prstGeom prst="line">
            <a:avLst/>
          </a:prstGeom>
          <a:noFill/>
          <a:ln w="17780">
            <a:solidFill>
              <a:srgbClr val="F3702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97112" y="2770632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30175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scoring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9784080" y="3483864"/>
            <a:ext cx="0" cy="256032"/>
          </a:xfrm>
          <a:prstGeom prst="line">
            <a:avLst/>
          </a:prstGeom>
          <a:noFill/>
          <a:ln w="17780">
            <a:solidFill>
              <a:srgbClr val="F37021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0080" y="4087368"/>
            <a:ext cx="1463040" cy="256032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151376"/>
            <a:ext cx="12435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INTELLIGENCE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395728" y="3849624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05456" y="40965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Canonical events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3282696" y="4562856"/>
            <a:ext cx="0" cy="256032"/>
          </a:xfrm>
          <a:prstGeom prst="line">
            <a:avLst/>
          </a:prstGeom>
          <a:noFill/>
          <a:ln w="17780">
            <a:solidFill>
              <a:srgbClr val="19226D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62856" y="3849624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2584" y="40965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Fusion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5449824" y="4562856"/>
            <a:ext cx="0" cy="256032"/>
          </a:xfrm>
          <a:prstGeom prst="line">
            <a:avLst/>
          </a:prstGeom>
          <a:noFill/>
          <a:ln w="17780">
            <a:solidFill>
              <a:srgbClr val="19226D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729984" y="3849624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9712" y="40965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score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7616952" y="4562856"/>
            <a:ext cx="0" cy="256032"/>
          </a:xfrm>
          <a:prstGeom prst="line">
            <a:avLst/>
          </a:prstGeom>
          <a:noFill/>
          <a:ln w="17780">
            <a:solidFill>
              <a:srgbClr val="19226D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897112" y="3849624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06840" y="40965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link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9784080" y="4562856"/>
            <a:ext cx="0" cy="256032"/>
          </a:xfrm>
          <a:prstGeom prst="line">
            <a:avLst/>
          </a:prstGeom>
          <a:noFill/>
          <a:ln w="17780">
            <a:solidFill>
              <a:srgbClr val="19226D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40080" y="5166360"/>
            <a:ext cx="1463040" cy="256032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" y="5230368"/>
            <a:ext cx="12435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OUTPUTS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395728" y="4928616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05456" y="51755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 ranking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4562856" y="4928616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2584" y="51755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detail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6729984" y="4928616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9712" y="51755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Coach context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8897112" y="4928616"/>
            <a:ext cx="177393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06840" y="51755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CSV/report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548640" y="6172200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Runtime: precomputed artifacts -&gt; FastAPI -&gt; Next.js | Workers use bounded JSON/JSONL and compose profiles.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PRACTICE-TRIP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ERROR AND RECALL; DISCLOSE THE TRADE-OFF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Organizer evaluation on full-GT T01-Sample only. This is not a blind-test score for T01d-T10d.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120640" cy="338328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28800"/>
            <a:ext cx="73152" cy="338328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671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TTC MAE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578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58.595s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" y="301752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Organizer SGBM baseline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62072" y="2606040"/>
            <a:ext cx="2331720" cy="292608"/>
          </a:xfrm>
          <a:prstGeom prst="rect">
            <a:avLst/>
          </a:prstGeom>
          <a:solidFill>
            <a:srgbClr val="D7E0ED"/>
          </a:solidFill>
          <a:ln w="7620">
            <a:solidFill>
              <a:srgbClr val="D7E0E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62072" y="3246120"/>
            <a:ext cx="777240" cy="292608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93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19.612s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0120" y="392277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detector + depth ROI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62072" y="38679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66.5% lower critical-zone MAE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62472" y="1828800"/>
            <a:ext cx="5166360" cy="338328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2472" y="1828800"/>
            <a:ext cx="73152" cy="338328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167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TTC F1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82512" y="2596896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0.125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6382512" y="316382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66760" y="2596896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0.240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8366760" y="316382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82512" y="4041648"/>
            <a:ext cx="4315968" cy="713232"/>
          </a:xfrm>
          <a:prstGeom prst="rect">
            <a:avLst/>
          </a:prstGeom>
          <a:solidFill>
            <a:srgbClr val="FFF0E5"/>
          </a:solidFill>
          <a:ln w="7620">
            <a:solidFill>
              <a:srgbClr val="F370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424281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TTC composite: 30.6 baseline vs 28.3 custom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73952" y="4590288"/>
            <a:ext cx="4133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Reason: custom path has higher false-positive rate (0.058 vs 0.008).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artifacts/evaluation/T01-Sample_baseline_evaluation.json | T01-Sample_custom_evaluation.json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TEAM-OWNED DELTA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BTC CUNG CAP DATA; UCHiHAHAHA CUNG CAP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Giá trị không nằm ở việc gọi một model, mà ở integration để Fleet Manager hành động được.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865376"/>
            <a:ext cx="4937760" cy="358444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65376"/>
            <a:ext cx="73152" cy="3584448"/>
          </a:xfrm>
          <a:prstGeom prst="rect">
            <a:avLst/>
          </a:prstGeom>
          <a:solidFill>
            <a:srgbClr val="6B7A90"/>
          </a:solidFill>
          <a:ln w="7620">
            <a:solidFill>
              <a:srgbClr val="6B7A9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157984"/>
            <a:ext cx="1664208" cy="256032"/>
          </a:xfrm>
          <a:prstGeom prst="rect">
            <a:avLst/>
          </a:prstGeom>
          <a:solidFill>
            <a:srgbClr val="6B7A90"/>
          </a:solidFill>
          <a:ln w="7620">
            <a:solidFill>
              <a:srgbClr val="6B7A9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221992"/>
            <a:ext cx="14447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STARTER / BASELINE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78408" y="2724912"/>
            <a:ext cx="146304" cy="146304"/>
          </a:xfrm>
          <a:prstGeom prst="rect">
            <a:avLst/>
          </a:prstGeom>
          <a:solidFill>
            <a:srgbClr val="6B7A90"/>
          </a:solidFill>
          <a:ln w="7620">
            <a:solidFill>
              <a:srgbClr val="6B7A9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269748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Road, driver, depth, calibration, telemetry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78408" y="3282696"/>
            <a:ext cx="146304" cy="146304"/>
          </a:xfrm>
          <a:prstGeom prst="rect">
            <a:avLst/>
          </a:prstGeom>
          <a:solidFill>
            <a:srgbClr val="6B7A90"/>
          </a:solidFill>
          <a:ln w="7620">
            <a:solidFill>
              <a:srgbClr val="6B7A9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07592" y="325526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Team-kit fixed-ROI StereoSGBM baseline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78408" y="3840480"/>
            <a:ext cx="146304" cy="146304"/>
          </a:xfrm>
          <a:prstGeom prst="rect">
            <a:avLst/>
          </a:prstGeom>
          <a:solidFill>
            <a:srgbClr val="6B7A90"/>
          </a:solidFill>
          <a:ln w="7620">
            <a:solidFill>
              <a:srgbClr val="6B7A9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381304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Redacted scored-trip ground truth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78408" y="4398264"/>
            <a:ext cx="146304" cy="146304"/>
          </a:xfrm>
          <a:prstGeom prst="rect">
            <a:avLst/>
          </a:prstGeom>
          <a:solidFill>
            <a:srgbClr val="6B7A90"/>
          </a:solidFill>
          <a:ln w="7620">
            <a:solidFill>
              <a:srgbClr val="6B7A9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437083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YOLOP road/lane segmentation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035040" y="1865376"/>
            <a:ext cx="5468112" cy="358444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865376"/>
            <a:ext cx="73152" cy="3584448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48" y="2157984"/>
            <a:ext cx="1353312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2221992"/>
            <a:ext cx="11338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TEAM-OWNED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55080" y="2724912"/>
            <a:ext cx="146304" cy="14630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2697480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17,999 custom YOLO v3 labels + selected checkpoint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355080" y="3282696"/>
            <a:ext cx="146304" cy="14630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84264" y="3255264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Road/DMS/fusion artifacts and depth-TTC evidence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355080" y="3840480"/>
            <a:ext cx="146304" cy="14630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4264" y="3813048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 ranking, replay, video-range and overlay routes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355080" y="4398264"/>
            <a:ext cx="146304" cy="14630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4264" y="437083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Submission exporter, validator, evaluation evidence and package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58368" y="5715000"/>
            <a:ext cx="10844784" cy="365760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5824728"/>
            <a:ext cx="10405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OUR INTEGRATION -&gt; raw data remains, but the reviewer loses ranked risk, synchronized evidence and auditable CSV outputs.</a:t>
            </a:r>
            <a:endParaRPr lang="en-US" sz="8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DEPLOYABLE BY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HAY HANDOFF: CUNG MOT BUILD, CUNG MOT 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Release v1.0.0 separates source, organizer data and runtime artifacts so reviewers can rerun the final workflow.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C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1901952"/>
            <a:ext cx="3236976" cy="221284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901952"/>
            <a:ext cx="73152" cy="2212848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194560"/>
            <a:ext cx="841248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258568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41832" y="2697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1832" y="3246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API, web, MinIO, Redis, PostgreSQL, MQTT, model mock and CarSky bridge.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98264" y="1901952"/>
            <a:ext cx="3236976" cy="221284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98264" y="1901952"/>
            <a:ext cx="73152" cy="2212848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2194560"/>
            <a:ext cx="841248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258568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72584" y="2697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package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72584" y="3246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Models, trip artifacts, evaluator reports, predictions and SHA-256 manifest.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29016" y="1901952"/>
            <a:ext cx="3236976" cy="221284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016" y="1901952"/>
            <a:ext cx="73152" cy="2212848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03336" y="2194560"/>
            <a:ext cx="841248" cy="256032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3064" y="2258568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03336" y="2697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OEM / fleet path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03336" y="3246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Input, engine, intelligence and output layers can expand without replacing the workflow.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" y="4526280"/>
            <a:ext cx="10789920" cy="859536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475488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OWNERSHIP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40280" y="471830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Phi: roadface + automotive | Trung: DMS | Dung: agent/coaching | Kha: CV/ML + depth | Tu: backend + dashboard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CarSky disclosure: bridge is part of the build; Android Automotive end-to-end HMI must be demonstrated separately before claiming it.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22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1792"/>
            <a:ext cx="187452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85800"/>
            <a:ext cx="16550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IN 3 MINUTES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166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RISK QUEUE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COACHING CONTEXT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76656" y="2743200"/>
            <a:ext cx="393192" cy="28346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82549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298448" y="2788920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fleet ranking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" y="3246120"/>
            <a:ext cx="393192" cy="28346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32841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298448" y="3291840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T01d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" y="3749040"/>
            <a:ext cx="393192" cy="28346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83133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1298448" y="3794760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Inspect timeline + replay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" y="4251960"/>
            <a:ext cx="393192" cy="28346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33425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1298448" y="4297680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frame-linked evidence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" y="4754880"/>
            <a:ext cx="393192" cy="28346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83717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298448" y="4800600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 targeted coaching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73952" y="1005840"/>
            <a:ext cx="4617720" cy="4370832"/>
          </a:xfrm>
          <a:prstGeom prst="rect">
            <a:avLst/>
          </a:prstGeom>
          <a:solidFill>
            <a:srgbClr val="21367E"/>
          </a:solidFill>
          <a:ln w="7620">
            <a:solidFill>
              <a:srgbClr val="4762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417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DISCLOSURE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920240"/>
            <a:ext cx="37673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Redacted trips have no local ground truth.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Practice evaluation is not blind-test accuracy.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Frame 551 false positive is kept visible.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CarSky HMI remains partial until recorded.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B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v1.0.0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83880" y="40507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+ runtime handoff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reproducible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48640" y="6172200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Release runbook: docs/runbooks/final-release.md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4762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Quattrocen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Quattrocen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UchiHahaha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FleetIQ Guardian - Final Round 2</dc:title>
  <dc:subject>Automotive Hackathon 2026 - FleetIQ Guardian</dc:subject>
  <dc:creator>UchiHahaha</dc:creator>
  <cp:lastModifiedBy>UchiHahaha</cp:lastModifiedBy>
  <cp:revision>1</cp:revision>
  <dcterms:created xsi:type="dcterms:W3CDTF">2026-08-10T10:17:16Z</dcterms:created>
  <dcterms:modified xsi:type="dcterms:W3CDTF">2026-08-10T10:17:16Z</dcterms:modified>
</cp:coreProperties>
</file>